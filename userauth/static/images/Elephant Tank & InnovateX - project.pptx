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sldIdLst>
    <p:sldId id="256" r:id="rId2"/>
    <p:sldId id="322" r:id="rId3"/>
    <p:sldId id="325" r:id="rId4"/>
    <p:sldId id="315" r:id="rId5"/>
  </p:sldIdLst>
  <p:sldSz cx="18288000" cy="10287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181FF"/>
    <a:srgbClr val="DFCAEE"/>
    <a:srgbClr val="FEC274"/>
    <a:srgbClr val="421C5E"/>
    <a:srgbClr val="1B1129"/>
    <a:srgbClr val="A89ABC"/>
    <a:srgbClr val="9FFFFF"/>
    <a:srgbClr val="FEC26A"/>
    <a:srgbClr val="93D060"/>
    <a:srgbClr val="7EAD4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791F747-B6A1-4908-B932-927929A74DBB}" v="5" dt="2025-01-14T10:28:30.12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55" autoAdjust="0"/>
    <p:restoredTop sz="94660"/>
  </p:normalViewPr>
  <p:slideViewPr>
    <p:cSldViewPr snapToGrid="0">
      <p:cViewPr varScale="1">
        <p:scale>
          <a:sx n="43" d="100"/>
          <a:sy n="43" d="100"/>
        </p:scale>
        <p:origin x="76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ant  Mulay" userId="S::anant.mulay@tdtl.world::a4e56fc5-3f82-4888-bc2e-4c3ef82c6702" providerId="AD" clId="Web-{B791F747-B6A1-4908-B932-927929A74DBB}"/>
    <pc:docChg chg="delSld modSld">
      <pc:chgData name="Anant  Mulay" userId="S::anant.mulay@tdtl.world::a4e56fc5-3f82-4888-bc2e-4c3ef82c6702" providerId="AD" clId="Web-{B791F747-B6A1-4908-B932-927929A74DBB}" dt="2025-01-14T10:28:30.129" v="4" actId="1076"/>
      <pc:docMkLst>
        <pc:docMk/>
      </pc:docMkLst>
      <pc:sldChg chg="del">
        <pc:chgData name="Anant  Mulay" userId="S::anant.mulay@tdtl.world::a4e56fc5-3f82-4888-bc2e-4c3ef82c6702" providerId="AD" clId="Web-{B791F747-B6A1-4908-B932-927929A74DBB}" dt="2025-01-14T10:27:16.738" v="1"/>
        <pc:sldMkLst>
          <pc:docMk/>
          <pc:sldMk cId="1845543551" sldId="272"/>
        </pc:sldMkLst>
      </pc:sldChg>
      <pc:sldChg chg="del">
        <pc:chgData name="Anant  Mulay" userId="S::anant.mulay@tdtl.world::a4e56fc5-3f82-4888-bc2e-4c3ef82c6702" providerId="AD" clId="Web-{B791F747-B6A1-4908-B932-927929A74DBB}" dt="2025-01-14T10:27:22.395" v="3"/>
        <pc:sldMkLst>
          <pc:docMk/>
          <pc:sldMk cId="3084026960" sldId="301"/>
        </pc:sldMkLst>
      </pc:sldChg>
      <pc:sldChg chg="del">
        <pc:chgData name="Anant  Mulay" userId="S::anant.mulay@tdtl.world::a4e56fc5-3f82-4888-bc2e-4c3ef82c6702" providerId="AD" clId="Web-{B791F747-B6A1-4908-B932-927929A74DBB}" dt="2025-01-14T10:27:11.160" v="0"/>
        <pc:sldMkLst>
          <pc:docMk/>
          <pc:sldMk cId="1849241787" sldId="320"/>
        </pc:sldMkLst>
      </pc:sldChg>
      <pc:sldChg chg="del">
        <pc:chgData name="Anant  Mulay" userId="S::anant.mulay@tdtl.world::a4e56fc5-3f82-4888-bc2e-4c3ef82c6702" providerId="AD" clId="Web-{B791F747-B6A1-4908-B932-927929A74DBB}" dt="2025-01-14T10:27:18.504" v="2"/>
        <pc:sldMkLst>
          <pc:docMk/>
          <pc:sldMk cId="1118161128" sldId="324"/>
        </pc:sldMkLst>
      </pc:sldChg>
      <pc:sldChg chg="modSp">
        <pc:chgData name="Anant  Mulay" userId="S::anant.mulay@tdtl.world::a4e56fc5-3f82-4888-bc2e-4c3ef82c6702" providerId="AD" clId="Web-{B791F747-B6A1-4908-B932-927929A74DBB}" dt="2025-01-14T10:28:30.129" v="4" actId="1076"/>
        <pc:sldMkLst>
          <pc:docMk/>
          <pc:sldMk cId="105898502" sldId="325"/>
        </pc:sldMkLst>
        <pc:spChg chg="mod">
          <ac:chgData name="Anant  Mulay" userId="S::anant.mulay@tdtl.world::a4e56fc5-3f82-4888-bc2e-4c3ef82c6702" providerId="AD" clId="Web-{B791F747-B6A1-4908-B932-927929A74DBB}" dt="2025-01-14T10:28:30.129" v="4" actId="1076"/>
          <ac:spMkLst>
            <pc:docMk/>
            <pc:sldMk cId="105898502" sldId="325"/>
            <ac:spMk id="6" creationId="{C637AC9B-A5AA-6817-0FFD-A3EFC4EDCE19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0E2F81-ABA3-4C3E-83CA-BD42BD2C33F8}" type="datetimeFigureOut">
              <a:rPr lang="en-US" smtClean="0"/>
              <a:t>1/14/2025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D6EC8D-9F2D-4F49-B01B-D0025E541C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66189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3716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685800" algn="l" defTabSz="13716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1371600" algn="l" defTabSz="13716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2057400" algn="l" defTabSz="13716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2743200" algn="l" defTabSz="13716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3429000" algn="l" defTabSz="13716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4114800" algn="l" defTabSz="13716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4800600" algn="l" defTabSz="13716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5486400" algn="l" defTabSz="13716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878169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4780502C-A212-56FD-8AF6-3CBCCDA2BAA4}"/>
              </a:ext>
            </a:extLst>
          </p:cNvPr>
          <p:cNvSpPr/>
          <p:nvPr userDrawn="1"/>
        </p:nvSpPr>
        <p:spPr>
          <a:xfrm>
            <a:off x="16795004" y="9180353"/>
            <a:ext cx="1212882" cy="809888"/>
          </a:xfrm>
          <a:prstGeom prst="roundRect">
            <a:avLst>
              <a:gd name="adj" fmla="val 50000"/>
            </a:avLst>
          </a:prstGeom>
          <a:gradFill>
            <a:gsLst>
              <a:gs pos="100000">
                <a:srgbClr val="2D1440"/>
              </a:gs>
              <a:gs pos="0">
                <a:srgbClr val="040206">
                  <a:alpha val="85000"/>
                </a:srgbClr>
              </a:gs>
            </a:gsLst>
            <a:lin ang="3600000" scaled="0"/>
          </a:gradFill>
          <a:ln w="25400" cap="rnd">
            <a:gradFill>
              <a:gsLst>
                <a:gs pos="73000">
                  <a:srgbClr val="5D2884"/>
                </a:gs>
                <a:gs pos="33000">
                  <a:srgbClr val="210F2F"/>
                </a:gs>
                <a:gs pos="4000">
                  <a:srgbClr val="C39BE1"/>
                </a:gs>
                <a:gs pos="0">
                  <a:srgbClr val="C39BE1"/>
                </a:gs>
                <a:gs pos="86000">
                  <a:srgbClr val="2F1543"/>
                </a:gs>
                <a:gs pos="0">
                  <a:srgbClr val="2F1543"/>
                </a:gs>
              </a:gsLst>
              <a:lin ang="4800000" scaled="0"/>
            </a:gra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5342F59A-9920-AF80-E2D5-2E774DC04C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3589160" y="9298374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gradFill>
                  <a:gsLst>
                    <a:gs pos="0">
                      <a:srgbClr val="9FFFFF"/>
                    </a:gs>
                    <a:gs pos="50000">
                      <a:srgbClr val="D181FF"/>
                    </a:gs>
                    <a:gs pos="100000">
                      <a:srgbClr val="FEC26A"/>
                    </a:gs>
                  </a:gsLst>
                  <a:lin ang="21000000" scaled="0"/>
                </a:gradFill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fld id="{548DC41A-E892-4CAF-B53C-4BCD571507F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96596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4780502C-A212-56FD-8AF6-3CBCCDA2BAA4}"/>
              </a:ext>
            </a:extLst>
          </p:cNvPr>
          <p:cNvSpPr/>
          <p:nvPr userDrawn="1"/>
        </p:nvSpPr>
        <p:spPr>
          <a:xfrm>
            <a:off x="16795004" y="9180353"/>
            <a:ext cx="1212882" cy="809888"/>
          </a:xfrm>
          <a:prstGeom prst="roundRect">
            <a:avLst>
              <a:gd name="adj" fmla="val 50000"/>
            </a:avLst>
          </a:prstGeom>
          <a:gradFill>
            <a:gsLst>
              <a:gs pos="100000">
                <a:srgbClr val="2D1440"/>
              </a:gs>
              <a:gs pos="0">
                <a:srgbClr val="040206">
                  <a:alpha val="85000"/>
                </a:srgbClr>
              </a:gs>
            </a:gsLst>
            <a:lin ang="3600000" scaled="0"/>
          </a:gradFill>
          <a:ln w="25400" cap="rnd">
            <a:gradFill>
              <a:gsLst>
                <a:gs pos="73000">
                  <a:srgbClr val="5D2884"/>
                </a:gs>
                <a:gs pos="33000">
                  <a:srgbClr val="210F2F"/>
                </a:gs>
                <a:gs pos="4000">
                  <a:srgbClr val="C39BE1"/>
                </a:gs>
                <a:gs pos="0">
                  <a:srgbClr val="C39BE1"/>
                </a:gs>
                <a:gs pos="86000">
                  <a:srgbClr val="2F1543"/>
                </a:gs>
                <a:gs pos="0">
                  <a:srgbClr val="2F1543"/>
                </a:gs>
              </a:gsLst>
              <a:lin ang="4800000" scaled="0"/>
            </a:gra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sz="10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5342F59A-9920-AF80-E2D5-2E774DC04C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3589160" y="9298374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gradFill>
                  <a:gsLst>
                    <a:gs pos="0">
                      <a:srgbClr val="9FFFFF"/>
                    </a:gs>
                    <a:gs pos="50000">
                      <a:srgbClr val="D181FF"/>
                    </a:gs>
                    <a:gs pos="100000">
                      <a:srgbClr val="FEC26A"/>
                    </a:gs>
                  </a:gsLst>
                  <a:lin ang="21000000" scaled="0"/>
                </a:gradFill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fld id="{548DC41A-E892-4CAF-B53C-4BCD571507F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Graphic 5">
            <a:extLst>
              <a:ext uri="{FF2B5EF4-FFF2-40B4-BE49-F238E27FC236}">
                <a16:creationId xmlns:a16="http://schemas.microsoft.com/office/drawing/2014/main" id="{29E108A8-36CA-8A7C-C332-C568BD2C0D65}"/>
              </a:ext>
            </a:extLst>
          </p:cNvPr>
          <p:cNvSpPr/>
          <p:nvPr userDrawn="1"/>
        </p:nvSpPr>
        <p:spPr>
          <a:xfrm>
            <a:off x="9143076" y="698061"/>
            <a:ext cx="8258175" cy="8858250"/>
          </a:xfrm>
          <a:custGeom>
            <a:avLst/>
            <a:gdLst>
              <a:gd name="connsiteX0" fmla="*/ 8258175 w 8258175"/>
              <a:gd name="connsiteY0" fmla="*/ 500825 h 8858250"/>
              <a:gd name="connsiteX1" fmla="*/ 8258175 w 8258175"/>
              <a:gd name="connsiteY1" fmla="*/ 7948613 h 8858250"/>
              <a:gd name="connsiteX2" fmla="*/ 8053579 w 8258175"/>
              <a:gd name="connsiteY2" fmla="*/ 8153400 h 8858250"/>
              <a:gd name="connsiteX3" fmla="*/ 8053388 w 8258175"/>
              <a:gd name="connsiteY3" fmla="*/ 8153400 h 8858250"/>
              <a:gd name="connsiteX4" fmla="*/ 8053388 w 8258175"/>
              <a:gd name="connsiteY4" fmla="*/ 8153400 h 8858250"/>
              <a:gd name="connsiteX5" fmla="*/ 7355015 w 8258175"/>
              <a:gd name="connsiteY5" fmla="*/ 8700802 h 8858250"/>
              <a:gd name="connsiteX6" fmla="*/ 7155847 w 8258175"/>
              <a:gd name="connsiteY6" fmla="*/ 8858250 h 8858250"/>
              <a:gd name="connsiteX7" fmla="*/ 500825 w 8258175"/>
              <a:gd name="connsiteY7" fmla="*/ 8858250 h 8858250"/>
              <a:gd name="connsiteX8" fmla="*/ 0 w 8258175"/>
              <a:gd name="connsiteY8" fmla="*/ 8357426 h 8858250"/>
              <a:gd name="connsiteX9" fmla="*/ 0 w 8258175"/>
              <a:gd name="connsiteY9" fmla="*/ 500825 h 8858250"/>
              <a:gd name="connsiteX10" fmla="*/ 500825 w 8258175"/>
              <a:gd name="connsiteY10" fmla="*/ 0 h 8858250"/>
              <a:gd name="connsiteX11" fmla="*/ 7757351 w 8258175"/>
              <a:gd name="connsiteY11" fmla="*/ 0 h 8858250"/>
              <a:gd name="connsiteX12" fmla="*/ 8258175 w 8258175"/>
              <a:gd name="connsiteY12" fmla="*/ 500825 h 8858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8258175" h="8858250">
                <a:moveTo>
                  <a:pt x="8258175" y="500825"/>
                </a:moveTo>
                <a:lnTo>
                  <a:pt x="8258175" y="7948613"/>
                </a:lnTo>
                <a:cubicBezTo>
                  <a:pt x="8258228" y="8061661"/>
                  <a:pt x="8166627" y="8153348"/>
                  <a:pt x="8053579" y="8153400"/>
                </a:cubicBezTo>
                <a:cubicBezTo>
                  <a:pt x="8053515" y="8153400"/>
                  <a:pt x="8053451" y="8153400"/>
                  <a:pt x="8053388" y="8153400"/>
                </a:cubicBezTo>
                <a:lnTo>
                  <a:pt x="8053388" y="8153400"/>
                </a:lnTo>
                <a:cubicBezTo>
                  <a:pt x="7722519" y="8153861"/>
                  <a:pt x="7434495" y="8379621"/>
                  <a:pt x="7355015" y="8700802"/>
                </a:cubicBezTo>
                <a:cubicBezTo>
                  <a:pt x="7332875" y="8792933"/>
                  <a:pt x="7250600" y="8857973"/>
                  <a:pt x="7155847" y="8858250"/>
                </a:cubicBezTo>
                <a:lnTo>
                  <a:pt x="500825" y="8858250"/>
                </a:lnTo>
                <a:cubicBezTo>
                  <a:pt x="224227" y="8858250"/>
                  <a:pt x="0" y="8634023"/>
                  <a:pt x="0" y="8357426"/>
                </a:cubicBezTo>
                <a:lnTo>
                  <a:pt x="0" y="500825"/>
                </a:lnTo>
                <a:cubicBezTo>
                  <a:pt x="0" y="224227"/>
                  <a:pt x="224227" y="0"/>
                  <a:pt x="500825" y="0"/>
                </a:cubicBezTo>
                <a:lnTo>
                  <a:pt x="7757351" y="0"/>
                </a:lnTo>
                <a:cubicBezTo>
                  <a:pt x="8033948" y="0"/>
                  <a:pt x="8258175" y="224227"/>
                  <a:pt x="8258175" y="500825"/>
                </a:cubicBezTo>
                <a:close/>
              </a:path>
            </a:pathLst>
          </a:custGeom>
          <a:gradFill flip="none" rotWithShape="1">
            <a:gsLst>
              <a:gs pos="52000">
                <a:srgbClr val="FEC26A">
                  <a:alpha val="21000"/>
                </a:srgbClr>
              </a:gs>
              <a:gs pos="77000">
                <a:srgbClr val="DFCAEE">
                  <a:alpha val="10000"/>
                </a:srgbClr>
              </a:gs>
              <a:gs pos="32000">
                <a:srgbClr val="DFCAEE">
                  <a:alpha val="10000"/>
                </a:srgbClr>
              </a:gs>
              <a:gs pos="0">
                <a:srgbClr val="D181FF">
                  <a:alpha val="14000"/>
                </a:srgbClr>
              </a:gs>
            </a:gsLst>
            <a:path path="circle">
              <a:fillToRect l="100000" t="100000"/>
            </a:path>
            <a:tileRect r="-100000" b="-100000"/>
          </a:gradFill>
          <a:ln w="25400" cap="rnd">
            <a:gradFill>
              <a:gsLst>
                <a:gs pos="23000">
                  <a:srgbClr val="36184D"/>
                </a:gs>
                <a:gs pos="35000">
                  <a:srgbClr val="5D2884"/>
                </a:gs>
                <a:gs pos="4000">
                  <a:srgbClr val="C39BE1"/>
                </a:gs>
                <a:gs pos="0">
                  <a:srgbClr val="C39BE1"/>
                </a:gs>
                <a:gs pos="86000">
                  <a:srgbClr val="2F1543"/>
                </a:gs>
              </a:gsLst>
              <a:lin ang="3600000" scaled="0"/>
            </a:gra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rtl="0"/>
            <a:endParaRPr lang="en-US" sz="100">
              <a:solidFill>
                <a:schemeClr val="lt1"/>
              </a:solidFill>
            </a:endParaRP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9741D0F1-3F08-17BF-4AF9-174CBB1751B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9726350" y="1297858"/>
            <a:ext cx="7091626" cy="3510116"/>
          </a:xfrm>
          <a:prstGeom prst="roundRect">
            <a:avLst>
              <a:gd name="adj" fmla="val 6696"/>
            </a:avLst>
          </a:prstGeom>
        </p:spPr>
        <p:txBody>
          <a:bodyPr wrap="square">
            <a:noAutofit/>
          </a:bodyPr>
          <a:lstStyle>
            <a:lvl1pPr>
              <a:defRPr sz="24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81710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4780502C-A212-56FD-8AF6-3CBCCDA2BAA4}"/>
              </a:ext>
            </a:extLst>
          </p:cNvPr>
          <p:cNvSpPr/>
          <p:nvPr userDrawn="1"/>
        </p:nvSpPr>
        <p:spPr>
          <a:xfrm>
            <a:off x="16795004" y="9180353"/>
            <a:ext cx="1212882" cy="809888"/>
          </a:xfrm>
          <a:prstGeom prst="roundRect">
            <a:avLst>
              <a:gd name="adj" fmla="val 50000"/>
            </a:avLst>
          </a:prstGeom>
          <a:gradFill>
            <a:gsLst>
              <a:gs pos="100000">
                <a:srgbClr val="2D1440"/>
              </a:gs>
              <a:gs pos="0">
                <a:srgbClr val="040206">
                  <a:alpha val="85000"/>
                </a:srgbClr>
              </a:gs>
            </a:gsLst>
            <a:lin ang="3600000" scaled="0"/>
          </a:gradFill>
          <a:ln w="25400" cap="rnd">
            <a:gradFill>
              <a:gsLst>
                <a:gs pos="73000">
                  <a:srgbClr val="5D2884"/>
                </a:gs>
                <a:gs pos="33000">
                  <a:srgbClr val="210F2F"/>
                </a:gs>
                <a:gs pos="4000">
                  <a:srgbClr val="C39BE1"/>
                </a:gs>
                <a:gs pos="0">
                  <a:srgbClr val="C39BE1"/>
                </a:gs>
                <a:gs pos="86000">
                  <a:srgbClr val="2F1543"/>
                </a:gs>
                <a:gs pos="0">
                  <a:srgbClr val="2F1543"/>
                </a:gs>
              </a:gsLst>
              <a:lin ang="4800000" scaled="0"/>
            </a:gra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sz="10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5342F59A-9920-AF80-E2D5-2E774DC04C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3589160" y="9298374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gradFill>
                  <a:gsLst>
                    <a:gs pos="0">
                      <a:srgbClr val="9FFFFF"/>
                    </a:gs>
                    <a:gs pos="50000">
                      <a:srgbClr val="D181FF"/>
                    </a:gs>
                    <a:gs pos="100000">
                      <a:srgbClr val="FEC26A"/>
                    </a:gs>
                  </a:gsLst>
                  <a:lin ang="21000000" scaled="0"/>
                </a:gradFill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fld id="{548DC41A-E892-4CAF-B53C-4BCD571507F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8F5EED4E-6AF2-81F5-6CD2-31BE03F3680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086905" y="5594645"/>
            <a:ext cx="1441156" cy="1441156"/>
          </a:xfrm>
          <a:custGeom>
            <a:avLst/>
            <a:gdLst>
              <a:gd name="connsiteX0" fmla="*/ 164004 w 1441156"/>
              <a:gd name="connsiteY0" fmla="*/ 0 h 1441156"/>
              <a:gd name="connsiteX1" fmla="*/ 1277152 w 1441156"/>
              <a:gd name="connsiteY1" fmla="*/ 0 h 1441156"/>
              <a:gd name="connsiteX2" fmla="*/ 1441156 w 1441156"/>
              <a:gd name="connsiteY2" fmla="*/ 164004 h 1441156"/>
              <a:gd name="connsiteX3" fmla="*/ 1441156 w 1441156"/>
              <a:gd name="connsiteY3" fmla="*/ 1277152 h 1441156"/>
              <a:gd name="connsiteX4" fmla="*/ 1277152 w 1441156"/>
              <a:gd name="connsiteY4" fmla="*/ 1441156 h 1441156"/>
              <a:gd name="connsiteX5" fmla="*/ 164004 w 1441156"/>
              <a:gd name="connsiteY5" fmla="*/ 1441156 h 1441156"/>
              <a:gd name="connsiteX6" fmla="*/ 0 w 1441156"/>
              <a:gd name="connsiteY6" fmla="*/ 1277152 h 1441156"/>
              <a:gd name="connsiteX7" fmla="*/ 0 w 1441156"/>
              <a:gd name="connsiteY7" fmla="*/ 164004 h 1441156"/>
              <a:gd name="connsiteX8" fmla="*/ 164004 w 1441156"/>
              <a:gd name="connsiteY8" fmla="*/ 0 h 14411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441156" h="1441156">
                <a:moveTo>
                  <a:pt x="164004" y="0"/>
                </a:moveTo>
                <a:lnTo>
                  <a:pt x="1277152" y="0"/>
                </a:lnTo>
                <a:cubicBezTo>
                  <a:pt x="1367729" y="0"/>
                  <a:pt x="1441156" y="73427"/>
                  <a:pt x="1441156" y="164004"/>
                </a:cubicBezTo>
                <a:lnTo>
                  <a:pt x="1441156" y="1277152"/>
                </a:lnTo>
                <a:cubicBezTo>
                  <a:pt x="1441156" y="1367729"/>
                  <a:pt x="1367729" y="1441156"/>
                  <a:pt x="1277152" y="1441156"/>
                </a:cubicBezTo>
                <a:lnTo>
                  <a:pt x="164004" y="1441156"/>
                </a:lnTo>
                <a:cubicBezTo>
                  <a:pt x="73427" y="1441156"/>
                  <a:pt x="0" y="1367729"/>
                  <a:pt x="0" y="1277152"/>
                </a:cubicBezTo>
                <a:lnTo>
                  <a:pt x="0" y="164004"/>
                </a:lnTo>
                <a:cubicBezTo>
                  <a:pt x="0" y="73427"/>
                  <a:pt x="73427" y="0"/>
                  <a:pt x="164004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2400"/>
            </a:lvl1pPr>
          </a:lstStyle>
          <a:p>
            <a:endParaRPr lang="en-US"/>
          </a:p>
        </p:txBody>
      </p:sp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630A9E75-B5D1-D48F-2D88-8475D935DCA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086905" y="7862025"/>
            <a:ext cx="1441156" cy="1441156"/>
          </a:xfrm>
          <a:custGeom>
            <a:avLst/>
            <a:gdLst>
              <a:gd name="connsiteX0" fmla="*/ 164004 w 1441156"/>
              <a:gd name="connsiteY0" fmla="*/ 0 h 1441156"/>
              <a:gd name="connsiteX1" fmla="*/ 1277152 w 1441156"/>
              <a:gd name="connsiteY1" fmla="*/ 0 h 1441156"/>
              <a:gd name="connsiteX2" fmla="*/ 1441156 w 1441156"/>
              <a:gd name="connsiteY2" fmla="*/ 164004 h 1441156"/>
              <a:gd name="connsiteX3" fmla="*/ 1441156 w 1441156"/>
              <a:gd name="connsiteY3" fmla="*/ 1277152 h 1441156"/>
              <a:gd name="connsiteX4" fmla="*/ 1277152 w 1441156"/>
              <a:gd name="connsiteY4" fmla="*/ 1441156 h 1441156"/>
              <a:gd name="connsiteX5" fmla="*/ 164004 w 1441156"/>
              <a:gd name="connsiteY5" fmla="*/ 1441156 h 1441156"/>
              <a:gd name="connsiteX6" fmla="*/ 0 w 1441156"/>
              <a:gd name="connsiteY6" fmla="*/ 1277152 h 1441156"/>
              <a:gd name="connsiteX7" fmla="*/ 0 w 1441156"/>
              <a:gd name="connsiteY7" fmla="*/ 164004 h 1441156"/>
              <a:gd name="connsiteX8" fmla="*/ 164004 w 1441156"/>
              <a:gd name="connsiteY8" fmla="*/ 0 h 14411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441156" h="1441156">
                <a:moveTo>
                  <a:pt x="164004" y="0"/>
                </a:moveTo>
                <a:lnTo>
                  <a:pt x="1277152" y="0"/>
                </a:lnTo>
                <a:cubicBezTo>
                  <a:pt x="1367729" y="0"/>
                  <a:pt x="1441156" y="73427"/>
                  <a:pt x="1441156" y="164004"/>
                </a:cubicBezTo>
                <a:lnTo>
                  <a:pt x="1441156" y="1277152"/>
                </a:lnTo>
                <a:cubicBezTo>
                  <a:pt x="1441156" y="1367729"/>
                  <a:pt x="1367729" y="1441156"/>
                  <a:pt x="1277152" y="1441156"/>
                </a:cubicBezTo>
                <a:lnTo>
                  <a:pt x="164004" y="1441156"/>
                </a:lnTo>
                <a:cubicBezTo>
                  <a:pt x="73427" y="1441156"/>
                  <a:pt x="0" y="1367729"/>
                  <a:pt x="0" y="1277152"/>
                </a:cubicBezTo>
                <a:lnTo>
                  <a:pt x="0" y="164004"/>
                </a:lnTo>
                <a:cubicBezTo>
                  <a:pt x="0" y="73427"/>
                  <a:pt x="73427" y="0"/>
                  <a:pt x="164004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2400"/>
            </a:lvl1pPr>
          </a:lstStyle>
          <a:p>
            <a:endParaRPr lang="en-US"/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1A62B86C-F49F-6E6F-3CC6-22DAAF55BA7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702319" y="5594645"/>
            <a:ext cx="1441156" cy="1441156"/>
          </a:xfrm>
          <a:custGeom>
            <a:avLst/>
            <a:gdLst>
              <a:gd name="connsiteX0" fmla="*/ 164004 w 1441156"/>
              <a:gd name="connsiteY0" fmla="*/ 0 h 1441156"/>
              <a:gd name="connsiteX1" fmla="*/ 1277152 w 1441156"/>
              <a:gd name="connsiteY1" fmla="*/ 0 h 1441156"/>
              <a:gd name="connsiteX2" fmla="*/ 1441156 w 1441156"/>
              <a:gd name="connsiteY2" fmla="*/ 164004 h 1441156"/>
              <a:gd name="connsiteX3" fmla="*/ 1441156 w 1441156"/>
              <a:gd name="connsiteY3" fmla="*/ 1277152 h 1441156"/>
              <a:gd name="connsiteX4" fmla="*/ 1277152 w 1441156"/>
              <a:gd name="connsiteY4" fmla="*/ 1441156 h 1441156"/>
              <a:gd name="connsiteX5" fmla="*/ 164004 w 1441156"/>
              <a:gd name="connsiteY5" fmla="*/ 1441156 h 1441156"/>
              <a:gd name="connsiteX6" fmla="*/ 0 w 1441156"/>
              <a:gd name="connsiteY6" fmla="*/ 1277152 h 1441156"/>
              <a:gd name="connsiteX7" fmla="*/ 0 w 1441156"/>
              <a:gd name="connsiteY7" fmla="*/ 164004 h 1441156"/>
              <a:gd name="connsiteX8" fmla="*/ 164004 w 1441156"/>
              <a:gd name="connsiteY8" fmla="*/ 0 h 14411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441156" h="1441156">
                <a:moveTo>
                  <a:pt x="164004" y="0"/>
                </a:moveTo>
                <a:lnTo>
                  <a:pt x="1277152" y="0"/>
                </a:lnTo>
                <a:cubicBezTo>
                  <a:pt x="1367729" y="0"/>
                  <a:pt x="1441156" y="73427"/>
                  <a:pt x="1441156" y="164004"/>
                </a:cubicBezTo>
                <a:lnTo>
                  <a:pt x="1441156" y="1277152"/>
                </a:lnTo>
                <a:cubicBezTo>
                  <a:pt x="1441156" y="1367729"/>
                  <a:pt x="1367729" y="1441156"/>
                  <a:pt x="1277152" y="1441156"/>
                </a:cubicBezTo>
                <a:lnTo>
                  <a:pt x="164004" y="1441156"/>
                </a:lnTo>
                <a:cubicBezTo>
                  <a:pt x="73427" y="1441156"/>
                  <a:pt x="0" y="1367729"/>
                  <a:pt x="0" y="1277152"/>
                </a:cubicBezTo>
                <a:lnTo>
                  <a:pt x="0" y="164004"/>
                </a:lnTo>
                <a:cubicBezTo>
                  <a:pt x="0" y="73427"/>
                  <a:pt x="73427" y="0"/>
                  <a:pt x="164004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2400"/>
            </a:lvl1pPr>
          </a:lstStyle>
          <a:p>
            <a:endParaRPr lang="en-US"/>
          </a:p>
        </p:txBody>
      </p: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EC66F71F-28E4-2E6E-E46B-5A63A48827B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702319" y="7862025"/>
            <a:ext cx="1441156" cy="1441156"/>
          </a:xfrm>
          <a:custGeom>
            <a:avLst/>
            <a:gdLst>
              <a:gd name="connsiteX0" fmla="*/ 164004 w 1441156"/>
              <a:gd name="connsiteY0" fmla="*/ 0 h 1441156"/>
              <a:gd name="connsiteX1" fmla="*/ 1277152 w 1441156"/>
              <a:gd name="connsiteY1" fmla="*/ 0 h 1441156"/>
              <a:gd name="connsiteX2" fmla="*/ 1441156 w 1441156"/>
              <a:gd name="connsiteY2" fmla="*/ 164004 h 1441156"/>
              <a:gd name="connsiteX3" fmla="*/ 1441156 w 1441156"/>
              <a:gd name="connsiteY3" fmla="*/ 1277152 h 1441156"/>
              <a:gd name="connsiteX4" fmla="*/ 1277152 w 1441156"/>
              <a:gd name="connsiteY4" fmla="*/ 1441156 h 1441156"/>
              <a:gd name="connsiteX5" fmla="*/ 164004 w 1441156"/>
              <a:gd name="connsiteY5" fmla="*/ 1441156 h 1441156"/>
              <a:gd name="connsiteX6" fmla="*/ 0 w 1441156"/>
              <a:gd name="connsiteY6" fmla="*/ 1277152 h 1441156"/>
              <a:gd name="connsiteX7" fmla="*/ 0 w 1441156"/>
              <a:gd name="connsiteY7" fmla="*/ 164004 h 1441156"/>
              <a:gd name="connsiteX8" fmla="*/ 164004 w 1441156"/>
              <a:gd name="connsiteY8" fmla="*/ 0 h 14411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441156" h="1441156">
                <a:moveTo>
                  <a:pt x="164004" y="0"/>
                </a:moveTo>
                <a:lnTo>
                  <a:pt x="1277152" y="0"/>
                </a:lnTo>
                <a:cubicBezTo>
                  <a:pt x="1367729" y="0"/>
                  <a:pt x="1441156" y="73427"/>
                  <a:pt x="1441156" y="164004"/>
                </a:cubicBezTo>
                <a:lnTo>
                  <a:pt x="1441156" y="1277152"/>
                </a:lnTo>
                <a:cubicBezTo>
                  <a:pt x="1441156" y="1367729"/>
                  <a:pt x="1367729" y="1441156"/>
                  <a:pt x="1277152" y="1441156"/>
                </a:cubicBezTo>
                <a:lnTo>
                  <a:pt x="164004" y="1441156"/>
                </a:lnTo>
                <a:cubicBezTo>
                  <a:pt x="73427" y="1441156"/>
                  <a:pt x="0" y="1367729"/>
                  <a:pt x="0" y="1277152"/>
                </a:cubicBezTo>
                <a:lnTo>
                  <a:pt x="0" y="164004"/>
                </a:lnTo>
                <a:cubicBezTo>
                  <a:pt x="0" y="73427"/>
                  <a:pt x="73427" y="0"/>
                  <a:pt x="164004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2400"/>
            </a:lvl1pPr>
          </a:lstStyle>
          <a:p>
            <a:endParaRPr lang="en-US"/>
          </a:p>
        </p:txBody>
      </p:sp>
      <p:sp>
        <p:nvSpPr>
          <p:cNvPr id="44" name="Picture Placeholder 43">
            <a:extLst>
              <a:ext uri="{FF2B5EF4-FFF2-40B4-BE49-F238E27FC236}">
                <a16:creationId xmlns:a16="http://schemas.microsoft.com/office/drawing/2014/main" id="{BDC01B45-D46F-5786-A0B5-B71CC2694C1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585682" y="293455"/>
            <a:ext cx="9422204" cy="9680974"/>
          </a:xfrm>
          <a:custGeom>
            <a:avLst/>
            <a:gdLst>
              <a:gd name="connsiteX0" fmla="*/ 554394 w 9422204"/>
              <a:gd name="connsiteY0" fmla="*/ 0 h 9680974"/>
              <a:gd name="connsiteX1" fmla="*/ 8867810 w 9422204"/>
              <a:gd name="connsiteY1" fmla="*/ 0 h 9680974"/>
              <a:gd name="connsiteX2" fmla="*/ 9422204 w 9422204"/>
              <a:gd name="connsiteY2" fmla="*/ 677805 h 9680974"/>
              <a:gd name="connsiteX3" fmla="*/ 9422204 w 9422204"/>
              <a:gd name="connsiteY3" fmla="*/ 4561785 h 9680974"/>
              <a:gd name="connsiteX4" fmla="*/ 9422204 w 9422204"/>
              <a:gd name="connsiteY4" fmla="*/ 4561786 h 9680974"/>
              <a:gd name="connsiteX5" fmla="*/ 9422204 w 9422204"/>
              <a:gd name="connsiteY5" fmla="*/ 8288762 h 9680974"/>
              <a:gd name="connsiteX6" fmla="*/ 9412306 w 9422204"/>
              <a:gd name="connsiteY6" fmla="*/ 8320693 h 9680974"/>
              <a:gd name="connsiteX7" fmla="*/ 9055982 w 9422204"/>
              <a:gd name="connsiteY7" fmla="*/ 8557073 h 9680974"/>
              <a:gd name="connsiteX8" fmla="*/ 9049646 w 9422204"/>
              <a:gd name="connsiteY8" fmla="*/ 8557024 h 9680974"/>
              <a:gd name="connsiteX9" fmla="*/ 8638070 w 9422204"/>
              <a:gd name="connsiteY9" fmla="*/ 8557023 h 9680974"/>
              <a:gd name="connsiteX10" fmla="*/ 7909123 w 9422204"/>
              <a:gd name="connsiteY10" fmla="*/ 9276637 h 9680974"/>
              <a:gd name="connsiteX11" fmla="*/ 7909123 w 9422204"/>
              <a:gd name="connsiteY11" fmla="*/ 9288067 h 9680974"/>
              <a:gd name="connsiteX12" fmla="*/ 7528456 w 9422204"/>
              <a:gd name="connsiteY12" fmla="*/ 9680926 h 9680974"/>
              <a:gd name="connsiteX13" fmla="*/ 7522217 w 9422204"/>
              <a:gd name="connsiteY13" fmla="*/ 9680974 h 9680974"/>
              <a:gd name="connsiteX14" fmla="*/ 437289 w 9422204"/>
              <a:gd name="connsiteY14" fmla="*/ 9680974 h 9680974"/>
              <a:gd name="connsiteX15" fmla="*/ 338599 w 9422204"/>
              <a:gd name="connsiteY15" fmla="*/ 9643520 h 9680974"/>
              <a:gd name="connsiteX16" fmla="*/ 0 w 9422204"/>
              <a:gd name="connsiteY16" fmla="*/ 9018980 h 9680974"/>
              <a:gd name="connsiteX17" fmla="*/ 0 w 9422204"/>
              <a:gd name="connsiteY17" fmla="*/ 4480229 h 9680974"/>
              <a:gd name="connsiteX18" fmla="*/ 0 w 9422204"/>
              <a:gd name="connsiteY18" fmla="*/ 4480228 h 9680974"/>
              <a:gd name="connsiteX19" fmla="*/ 0 w 9422204"/>
              <a:gd name="connsiteY19" fmla="*/ 677805 h 9680974"/>
              <a:gd name="connsiteX20" fmla="*/ 554394 w 9422204"/>
              <a:gd name="connsiteY20" fmla="*/ 0 h 96809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9422204" h="9680974">
                <a:moveTo>
                  <a:pt x="554394" y="0"/>
                </a:moveTo>
                <a:lnTo>
                  <a:pt x="8867810" y="0"/>
                </a:lnTo>
                <a:cubicBezTo>
                  <a:pt x="9173994" y="0"/>
                  <a:pt x="9422204" y="303464"/>
                  <a:pt x="9422204" y="677805"/>
                </a:cubicBezTo>
                <a:lnTo>
                  <a:pt x="9422204" y="4561785"/>
                </a:lnTo>
                <a:lnTo>
                  <a:pt x="9422204" y="4561786"/>
                </a:lnTo>
                <a:lnTo>
                  <a:pt x="9422204" y="8288762"/>
                </a:lnTo>
                <a:lnTo>
                  <a:pt x="9412306" y="8320693"/>
                </a:lnTo>
                <a:cubicBezTo>
                  <a:pt x="9353636" y="8459547"/>
                  <a:pt x="9216202" y="8557013"/>
                  <a:pt x="9055982" y="8557073"/>
                </a:cubicBezTo>
                <a:cubicBezTo>
                  <a:pt x="9053870" y="8557074"/>
                  <a:pt x="9051758" y="8557057"/>
                  <a:pt x="9049646" y="8557024"/>
                </a:cubicBezTo>
                <a:lnTo>
                  <a:pt x="8638070" y="8557023"/>
                </a:lnTo>
                <a:cubicBezTo>
                  <a:pt x="8242214" y="8557023"/>
                  <a:pt x="7908933" y="8880873"/>
                  <a:pt x="7909123" y="9276637"/>
                </a:cubicBezTo>
                <a:cubicBezTo>
                  <a:pt x="7909123" y="9280447"/>
                  <a:pt x="7909123" y="9284257"/>
                  <a:pt x="7909123" y="9288067"/>
                </a:cubicBezTo>
                <a:cubicBezTo>
                  <a:pt x="7912490" y="9501670"/>
                  <a:pt x="7742060" y="9677559"/>
                  <a:pt x="7528456" y="9680926"/>
                </a:cubicBezTo>
                <a:cubicBezTo>
                  <a:pt x="7526376" y="9680958"/>
                  <a:pt x="7524297" y="9680974"/>
                  <a:pt x="7522217" y="9680974"/>
                </a:cubicBezTo>
                <a:lnTo>
                  <a:pt x="437289" y="9680974"/>
                </a:lnTo>
                <a:lnTo>
                  <a:pt x="338599" y="9643520"/>
                </a:lnTo>
                <a:cubicBezTo>
                  <a:pt x="139619" y="9540623"/>
                  <a:pt x="0" y="9299736"/>
                  <a:pt x="0" y="9018980"/>
                </a:cubicBezTo>
                <a:lnTo>
                  <a:pt x="0" y="4480229"/>
                </a:lnTo>
                <a:lnTo>
                  <a:pt x="0" y="4480228"/>
                </a:lnTo>
                <a:lnTo>
                  <a:pt x="0" y="677805"/>
                </a:lnTo>
                <a:cubicBezTo>
                  <a:pt x="0" y="303464"/>
                  <a:pt x="248211" y="0"/>
                  <a:pt x="554394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24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95434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4780502C-A212-56FD-8AF6-3CBCCDA2BAA4}"/>
              </a:ext>
            </a:extLst>
          </p:cNvPr>
          <p:cNvSpPr/>
          <p:nvPr userDrawn="1"/>
        </p:nvSpPr>
        <p:spPr>
          <a:xfrm>
            <a:off x="16795004" y="9180353"/>
            <a:ext cx="1212882" cy="809888"/>
          </a:xfrm>
          <a:prstGeom prst="roundRect">
            <a:avLst>
              <a:gd name="adj" fmla="val 50000"/>
            </a:avLst>
          </a:prstGeom>
          <a:gradFill>
            <a:gsLst>
              <a:gs pos="100000">
                <a:srgbClr val="2D1440"/>
              </a:gs>
              <a:gs pos="0">
                <a:srgbClr val="040206">
                  <a:alpha val="85000"/>
                </a:srgbClr>
              </a:gs>
            </a:gsLst>
            <a:lin ang="3600000" scaled="0"/>
          </a:gradFill>
          <a:ln w="25400" cap="rnd">
            <a:gradFill>
              <a:gsLst>
                <a:gs pos="73000">
                  <a:srgbClr val="5D2884"/>
                </a:gs>
                <a:gs pos="33000">
                  <a:srgbClr val="210F2F"/>
                </a:gs>
                <a:gs pos="4000">
                  <a:srgbClr val="C39BE1"/>
                </a:gs>
                <a:gs pos="0">
                  <a:srgbClr val="C39BE1"/>
                </a:gs>
                <a:gs pos="86000">
                  <a:srgbClr val="2F1543"/>
                </a:gs>
                <a:gs pos="0">
                  <a:srgbClr val="2F1543"/>
                </a:gs>
              </a:gsLst>
              <a:lin ang="4800000" scaled="0"/>
            </a:gra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sz="10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5342F59A-9920-AF80-E2D5-2E774DC04C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3589160" y="9298374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gradFill>
                  <a:gsLst>
                    <a:gs pos="0">
                      <a:srgbClr val="9FFFFF"/>
                    </a:gs>
                    <a:gs pos="50000">
                      <a:srgbClr val="D181FF"/>
                    </a:gs>
                    <a:gs pos="100000">
                      <a:srgbClr val="FEC26A"/>
                    </a:gs>
                  </a:gsLst>
                  <a:lin ang="21000000" scaled="0"/>
                </a:gradFill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fld id="{548DC41A-E892-4CAF-B53C-4BCD571507F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8422D042-10D3-8133-1AD4-29EB7CFAA4A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50616" y="253354"/>
            <a:ext cx="7010402" cy="8109687"/>
          </a:xfrm>
          <a:custGeom>
            <a:avLst/>
            <a:gdLst>
              <a:gd name="connsiteX0" fmla="*/ 2561422 w 7010402"/>
              <a:gd name="connsiteY0" fmla="*/ 0 h 8109687"/>
              <a:gd name="connsiteX1" fmla="*/ 6503904 w 7010402"/>
              <a:gd name="connsiteY1" fmla="*/ 0 h 8109687"/>
              <a:gd name="connsiteX2" fmla="*/ 6580318 w 7010402"/>
              <a:gd name="connsiteY2" fmla="*/ 7703 h 8109687"/>
              <a:gd name="connsiteX3" fmla="*/ 6999460 w 7010402"/>
              <a:gd name="connsiteY3" fmla="*/ 426844 h 8109687"/>
              <a:gd name="connsiteX4" fmla="*/ 7010402 w 7010402"/>
              <a:gd name="connsiteY4" fmla="*/ 535389 h 8109687"/>
              <a:gd name="connsiteX5" fmla="*/ 7010402 w 7010402"/>
              <a:gd name="connsiteY5" fmla="*/ 7637957 h 8109687"/>
              <a:gd name="connsiteX6" fmla="*/ 6538672 w 7010402"/>
              <a:gd name="connsiteY6" fmla="*/ 8109687 h 8109687"/>
              <a:gd name="connsiteX7" fmla="*/ 471730 w 7010402"/>
              <a:gd name="connsiteY7" fmla="*/ 8109687 h 8109687"/>
              <a:gd name="connsiteX8" fmla="*/ 9584 w 7010402"/>
              <a:gd name="connsiteY8" fmla="*/ 7733027 h 8109687"/>
              <a:gd name="connsiteX9" fmla="*/ 2 w 7010402"/>
              <a:gd name="connsiteY9" fmla="*/ 7637977 h 8109687"/>
              <a:gd name="connsiteX10" fmla="*/ 2 w 7010402"/>
              <a:gd name="connsiteY10" fmla="*/ 1219104 h 8109687"/>
              <a:gd name="connsiteX11" fmla="*/ 286837 w 7010402"/>
              <a:gd name="connsiteY11" fmla="*/ 930441 h 8109687"/>
              <a:gd name="connsiteX12" fmla="*/ 293468 w 7010402"/>
              <a:gd name="connsiteY12" fmla="*/ 930496 h 8109687"/>
              <a:gd name="connsiteX13" fmla="*/ 309565 w 7010402"/>
              <a:gd name="connsiteY13" fmla="*/ 930496 h 8109687"/>
              <a:gd name="connsiteX14" fmla="*/ 1671640 w 7010402"/>
              <a:gd name="connsiteY14" fmla="*/ 930496 h 8109687"/>
              <a:gd name="connsiteX15" fmla="*/ 2304957 w 7010402"/>
              <a:gd name="connsiteY15" fmla="*/ 301846 h 8109687"/>
              <a:gd name="connsiteX16" fmla="*/ 2304957 w 7010402"/>
              <a:gd name="connsiteY16" fmla="*/ 292321 h 8109687"/>
              <a:gd name="connsiteX17" fmla="*/ 2528692 w 7010402"/>
              <a:gd name="connsiteY17" fmla="*/ 4087 h 81096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7010402" h="8109687">
                <a:moveTo>
                  <a:pt x="2561422" y="0"/>
                </a:moveTo>
                <a:lnTo>
                  <a:pt x="6503904" y="0"/>
                </a:lnTo>
                <a:lnTo>
                  <a:pt x="6580318" y="7703"/>
                </a:lnTo>
                <a:cubicBezTo>
                  <a:pt x="6790704" y="50754"/>
                  <a:pt x="6956409" y="216460"/>
                  <a:pt x="6999460" y="426844"/>
                </a:cubicBezTo>
                <a:lnTo>
                  <a:pt x="7010402" y="535389"/>
                </a:lnTo>
                <a:lnTo>
                  <a:pt x="7010402" y="7637957"/>
                </a:lnTo>
                <a:cubicBezTo>
                  <a:pt x="7010402" y="7898486"/>
                  <a:pt x="6799201" y="8109687"/>
                  <a:pt x="6538672" y="8109687"/>
                </a:cubicBezTo>
                <a:lnTo>
                  <a:pt x="471730" y="8109687"/>
                </a:lnTo>
                <a:cubicBezTo>
                  <a:pt x="243767" y="8109687"/>
                  <a:pt x="53571" y="7947986"/>
                  <a:pt x="9584" y="7733027"/>
                </a:cubicBezTo>
                <a:lnTo>
                  <a:pt x="2" y="7637977"/>
                </a:lnTo>
                <a:lnTo>
                  <a:pt x="2" y="1219104"/>
                </a:lnTo>
                <a:cubicBezTo>
                  <a:pt x="-502" y="1060184"/>
                  <a:pt x="127918" y="930946"/>
                  <a:pt x="286837" y="930441"/>
                </a:cubicBezTo>
                <a:cubicBezTo>
                  <a:pt x="289048" y="930434"/>
                  <a:pt x="291258" y="930452"/>
                  <a:pt x="293468" y="930496"/>
                </a:cubicBezTo>
                <a:lnTo>
                  <a:pt x="309565" y="930496"/>
                </a:lnTo>
                <a:lnTo>
                  <a:pt x="1671640" y="930496"/>
                </a:lnTo>
                <a:cubicBezTo>
                  <a:pt x="2017398" y="930496"/>
                  <a:pt x="2307624" y="647604"/>
                  <a:pt x="2304957" y="301846"/>
                </a:cubicBezTo>
                <a:cubicBezTo>
                  <a:pt x="2304957" y="298703"/>
                  <a:pt x="2304957" y="295655"/>
                  <a:pt x="2304957" y="292321"/>
                </a:cubicBezTo>
                <a:cubicBezTo>
                  <a:pt x="2301644" y="152845"/>
                  <a:pt x="2397812" y="34125"/>
                  <a:pt x="2528692" y="4087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2400"/>
            </a:lvl1pPr>
          </a:lstStyle>
          <a:p>
            <a:endParaRPr lang="en-US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0AE6C06-7E37-2DF2-A4D3-6CEC5A3988B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106913" y="4078033"/>
            <a:ext cx="6308211" cy="5441900"/>
          </a:xfrm>
          <a:custGeom>
            <a:avLst/>
            <a:gdLst>
              <a:gd name="connsiteX0" fmla="*/ 380389 w 6308211"/>
              <a:gd name="connsiteY0" fmla="*/ 0 h 5441900"/>
              <a:gd name="connsiteX1" fmla="*/ 5927822 w 6308211"/>
              <a:gd name="connsiteY1" fmla="*/ 0 h 5441900"/>
              <a:gd name="connsiteX2" fmla="*/ 6308211 w 6308211"/>
              <a:gd name="connsiteY2" fmla="*/ 380389 h 5441900"/>
              <a:gd name="connsiteX3" fmla="*/ 6308211 w 6308211"/>
              <a:gd name="connsiteY3" fmla="*/ 5061511 h 5441900"/>
              <a:gd name="connsiteX4" fmla="*/ 5927822 w 6308211"/>
              <a:gd name="connsiteY4" fmla="*/ 5441900 h 5441900"/>
              <a:gd name="connsiteX5" fmla="*/ 380389 w 6308211"/>
              <a:gd name="connsiteY5" fmla="*/ 5441900 h 5441900"/>
              <a:gd name="connsiteX6" fmla="*/ 0 w 6308211"/>
              <a:gd name="connsiteY6" fmla="*/ 5061511 h 5441900"/>
              <a:gd name="connsiteX7" fmla="*/ 0 w 6308211"/>
              <a:gd name="connsiteY7" fmla="*/ 380389 h 5441900"/>
              <a:gd name="connsiteX8" fmla="*/ 380389 w 6308211"/>
              <a:gd name="connsiteY8" fmla="*/ 0 h 5441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308211" h="5441900">
                <a:moveTo>
                  <a:pt x="380389" y="0"/>
                </a:moveTo>
                <a:lnTo>
                  <a:pt x="5927822" y="0"/>
                </a:lnTo>
                <a:cubicBezTo>
                  <a:pt x="6137905" y="0"/>
                  <a:pt x="6308211" y="170306"/>
                  <a:pt x="6308211" y="380389"/>
                </a:cubicBezTo>
                <a:lnTo>
                  <a:pt x="6308211" y="5061511"/>
                </a:lnTo>
                <a:cubicBezTo>
                  <a:pt x="6308211" y="5271594"/>
                  <a:pt x="6137905" y="5441900"/>
                  <a:pt x="5927822" y="5441900"/>
                </a:cubicBezTo>
                <a:lnTo>
                  <a:pt x="380389" y="5441900"/>
                </a:lnTo>
                <a:cubicBezTo>
                  <a:pt x="170306" y="5441900"/>
                  <a:pt x="0" y="5271594"/>
                  <a:pt x="0" y="5061511"/>
                </a:cubicBezTo>
                <a:lnTo>
                  <a:pt x="0" y="380389"/>
                </a:lnTo>
                <a:cubicBezTo>
                  <a:pt x="0" y="170306"/>
                  <a:pt x="170306" y="0"/>
                  <a:pt x="380389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24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17690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4780502C-A212-56FD-8AF6-3CBCCDA2BAA4}"/>
              </a:ext>
            </a:extLst>
          </p:cNvPr>
          <p:cNvSpPr/>
          <p:nvPr userDrawn="1"/>
        </p:nvSpPr>
        <p:spPr>
          <a:xfrm>
            <a:off x="16795004" y="9180353"/>
            <a:ext cx="1212882" cy="809888"/>
          </a:xfrm>
          <a:prstGeom prst="roundRect">
            <a:avLst>
              <a:gd name="adj" fmla="val 50000"/>
            </a:avLst>
          </a:prstGeom>
          <a:gradFill>
            <a:gsLst>
              <a:gs pos="100000">
                <a:srgbClr val="2D1440"/>
              </a:gs>
              <a:gs pos="0">
                <a:srgbClr val="040206">
                  <a:alpha val="85000"/>
                </a:srgbClr>
              </a:gs>
            </a:gsLst>
            <a:lin ang="3600000" scaled="0"/>
          </a:gradFill>
          <a:ln w="25400" cap="rnd">
            <a:gradFill>
              <a:gsLst>
                <a:gs pos="73000">
                  <a:srgbClr val="5D2884"/>
                </a:gs>
                <a:gs pos="33000">
                  <a:srgbClr val="210F2F"/>
                </a:gs>
                <a:gs pos="4000">
                  <a:srgbClr val="C39BE1"/>
                </a:gs>
                <a:gs pos="0">
                  <a:srgbClr val="C39BE1"/>
                </a:gs>
                <a:gs pos="86000">
                  <a:srgbClr val="2F1543"/>
                </a:gs>
                <a:gs pos="0">
                  <a:srgbClr val="2F1543"/>
                </a:gs>
              </a:gsLst>
              <a:lin ang="4800000" scaled="0"/>
            </a:gra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5342F59A-9920-AF80-E2D5-2E774DC04C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3589160" y="9298374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gradFill>
                  <a:gsLst>
                    <a:gs pos="0">
                      <a:srgbClr val="9FFFFF"/>
                    </a:gs>
                    <a:gs pos="50000">
                      <a:srgbClr val="D181FF"/>
                    </a:gs>
                    <a:gs pos="100000">
                      <a:srgbClr val="FEC26A"/>
                    </a:gs>
                  </a:gsLst>
                  <a:lin ang="21000000" scaled="0"/>
                </a:gradFill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fld id="{548DC41A-E892-4CAF-B53C-4BCD571507F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EC210CCB-84A0-FCB0-78AF-BBCC8EC64D33}"/>
              </a:ext>
            </a:extLst>
          </p:cNvPr>
          <p:cNvSpPr/>
          <p:nvPr userDrawn="1"/>
        </p:nvSpPr>
        <p:spPr>
          <a:xfrm>
            <a:off x="302305" y="5570097"/>
            <a:ext cx="17726023" cy="4404333"/>
          </a:xfrm>
          <a:custGeom>
            <a:avLst/>
            <a:gdLst>
              <a:gd name="connsiteX0" fmla="*/ 153829 w 17726023"/>
              <a:gd name="connsiteY0" fmla="*/ 0 h 4404333"/>
              <a:gd name="connsiteX1" fmla="*/ 17572195 w 17726023"/>
              <a:gd name="connsiteY1" fmla="*/ 0 h 4404333"/>
              <a:gd name="connsiteX2" fmla="*/ 17713939 w 17726023"/>
              <a:gd name="connsiteY2" fmla="*/ 93952 h 4404333"/>
              <a:gd name="connsiteX3" fmla="*/ 17726023 w 17726023"/>
              <a:gd name="connsiteY3" fmla="*/ 153810 h 4404333"/>
              <a:gd name="connsiteX4" fmla="*/ 17726023 w 17726023"/>
              <a:gd name="connsiteY4" fmla="*/ 153829 h 4404333"/>
              <a:gd name="connsiteX5" fmla="*/ 17726023 w 17726023"/>
              <a:gd name="connsiteY5" fmla="*/ 2893477 h 4404333"/>
              <a:gd name="connsiteX6" fmla="*/ 17339359 w 17726023"/>
              <a:gd name="connsiteY6" fmla="*/ 3280432 h 4404333"/>
              <a:gd name="connsiteX7" fmla="*/ 17333023 w 17726023"/>
              <a:gd name="connsiteY7" fmla="*/ 3280383 h 4404333"/>
              <a:gd name="connsiteX8" fmla="*/ 16921447 w 17726023"/>
              <a:gd name="connsiteY8" fmla="*/ 3280382 h 4404333"/>
              <a:gd name="connsiteX9" fmla="*/ 16192500 w 17726023"/>
              <a:gd name="connsiteY9" fmla="*/ 3999996 h 4404333"/>
              <a:gd name="connsiteX10" fmla="*/ 16192500 w 17726023"/>
              <a:gd name="connsiteY10" fmla="*/ 4011426 h 4404333"/>
              <a:gd name="connsiteX11" fmla="*/ 15811833 w 17726023"/>
              <a:gd name="connsiteY11" fmla="*/ 4404285 h 4404333"/>
              <a:gd name="connsiteX12" fmla="*/ 15805594 w 17726023"/>
              <a:gd name="connsiteY12" fmla="*/ 4404333 h 4404333"/>
              <a:gd name="connsiteX13" fmla="*/ 153829 w 17726023"/>
              <a:gd name="connsiteY13" fmla="*/ 4404333 h 4404333"/>
              <a:gd name="connsiteX14" fmla="*/ 0 w 17726023"/>
              <a:gd name="connsiteY14" fmla="*/ 4250504 h 4404333"/>
              <a:gd name="connsiteX15" fmla="*/ 0 w 17726023"/>
              <a:gd name="connsiteY15" fmla="*/ 4250408 h 4404333"/>
              <a:gd name="connsiteX16" fmla="*/ 0 w 17726023"/>
              <a:gd name="connsiteY16" fmla="*/ 153829 h 4404333"/>
              <a:gd name="connsiteX17" fmla="*/ 153829 w 17726023"/>
              <a:gd name="connsiteY17" fmla="*/ 0 h 4404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7726023" h="4404333">
                <a:moveTo>
                  <a:pt x="153829" y="0"/>
                </a:moveTo>
                <a:lnTo>
                  <a:pt x="17572195" y="0"/>
                </a:lnTo>
                <a:cubicBezTo>
                  <a:pt x="17635915" y="0"/>
                  <a:pt x="17690585" y="38740"/>
                  <a:pt x="17713939" y="93952"/>
                </a:cubicBezTo>
                <a:lnTo>
                  <a:pt x="17726023" y="153810"/>
                </a:lnTo>
                <a:lnTo>
                  <a:pt x="17726023" y="153829"/>
                </a:lnTo>
                <a:lnTo>
                  <a:pt x="17726023" y="2893477"/>
                </a:lnTo>
                <a:cubicBezTo>
                  <a:pt x="17726103" y="3107106"/>
                  <a:pt x="17552987" y="3280352"/>
                  <a:pt x="17339359" y="3280432"/>
                </a:cubicBezTo>
                <a:cubicBezTo>
                  <a:pt x="17337247" y="3280433"/>
                  <a:pt x="17335135" y="3280416"/>
                  <a:pt x="17333023" y="3280383"/>
                </a:cubicBezTo>
                <a:lnTo>
                  <a:pt x="16921447" y="3280382"/>
                </a:lnTo>
                <a:cubicBezTo>
                  <a:pt x="16525591" y="3280382"/>
                  <a:pt x="16192310" y="3604232"/>
                  <a:pt x="16192500" y="3999996"/>
                </a:cubicBezTo>
                <a:cubicBezTo>
                  <a:pt x="16192500" y="4003806"/>
                  <a:pt x="16192500" y="4007616"/>
                  <a:pt x="16192500" y="4011426"/>
                </a:cubicBezTo>
                <a:cubicBezTo>
                  <a:pt x="16195867" y="4225029"/>
                  <a:pt x="16025437" y="4400918"/>
                  <a:pt x="15811833" y="4404285"/>
                </a:cubicBezTo>
                <a:cubicBezTo>
                  <a:pt x="15809753" y="4404317"/>
                  <a:pt x="15807674" y="4404333"/>
                  <a:pt x="15805594" y="4404333"/>
                </a:cubicBezTo>
                <a:lnTo>
                  <a:pt x="153829" y="4404333"/>
                </a:lnTo>
                <a:cubicBezTo>
                  <a:pt x="68872" y="4404333"/>
                  <a:pt x="0" y="4335461"/>
                  <a:pt x="0" y="4250504"/>
                </a:cubicBezTo>
                <a:cubicBezTo>
                  <a:pt x="0" y="4250472"/>
                  <a:pt x="0" y="4250440"/>
                  <a:pt x="0" y="4250408"/>
                </a:cubicBezTo>
                <a:lnTo>
                  <a:pt x="0" y="153829"/>
                </a:lnTo>
                <a:cubicBezTo>
                  <a:pt x="0" y="68871"/>
                  <a:pt x="68872" y="0"/>
                  <a:pt x="153829" y="0"/>
                </a:cubicBezTo>
                <a:close/>
              </a:path>
            </a:pathLst>
          </a:custGeom>
          <a:gradFill flip="none" rotWithShape="1">
            <a:gsLst>
              <a:gs pos="52000">
                <a:srgbClr val="FEC26A">
                  <a:alpha val="21000"/>
                </a:srgbClr>
              </a:gs>
              <a:gs pos="77000">
                <a:srgbClr val="DFCAEE">
                  <a:alpha val="10000"/>
                </a:srgbClr>
              </a:gs>
              <a:gs pos="32000">
                <a:srgbClr val="DFCAEE">
                  <a:alpha val="10000"/>
                </a:srgbClr>
              </a:gs>
              <a:gs pos="0">
                <a:srgbClr val="D181FF">
                  <a:alpha val="14000"/>
                </a:srgbClr>
              </a:gs>
            </a:gsLst>
            <a:path path="circle">
              <a:fillToRect l="100000" t="100000"/>
            </a:path>
            <a:tileRect r="-100000" b="-100000"/>
          </a:gradFill>
          <a:ln w="25400" cap="rnd">
            <a:gradFill>
              <a:gsLst>
                <a:gs pos="23000">
                  <a:srgbClr val="36184D"/>
                </a:gs>
                <a:gs pos="35000">
                  <a:srgbClr val="5D2884"/>
                </a:gs>
                <a:gs pos="4000">
                  <a:srgbClr val="C39BE1"/>
                </a:gs>
                <a:gs pos="0">
                  <a:srgbClr val="C39BE1"/>
                </a:gs>
                <a:gs pos="86000">
                  <a:srgbClr val="2F1543"/>
                </a:gs>
              </a:gsLst>
              <a:lin ang="3600000" scaled="0"/>
            </a:gra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0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3296FBD-E3B0-BF29-823D-C05CF9F3F756}"/>
              </a:ext>
            </a:extLst>
          </p:cNvPr>
          <p:cNvSpPr/>
          <p:nvPr userDrawn="1"/>
        </p:nvSpPr>
        <p:spPr>
          <a:xfrm>
            <a:off x="8516200" y="312571"/>
            <a:ext cx="9491686" cy="4830929"/>
          </a:xfrm>
          <a:prstGeom prst="roundRect">
            <a:avLst>
              <a:gd name="adj" fmla="val 3650"/>
            </a:avLst>
          </a:prstGeom>
          <a:gradFill>
            <a:gsLst>
              <a:gs pos="100000">
                <a:srgbClr val="DFCAEE">
                  <a:alpha val="10000"/>
                </a:srgbClr>
              </a:gs>
              <a:gs pos="0">
                <a:srgbClr val="DFCAEE">
                  <a:alpha val="20000"/>
                </a:srgbClr>
              </a:gs>
            </a:gsLst>
            <a:lin ang="3600000" scaled="0"/>
          </a:gradFill>
          <a:ln w="25400" cap="rnd">
            <a:gradFill>
              <a:gsLst>
                <a:gs pos="23000">
                  <a:srgbClr val="36184D"/>
                </a:gs>
                <a:gs pos="35000">
                  <a:srgbClr val="5D2884"/>
                </a:gs>
                <a:gs pos="4000">
                  <a:srgbClr val="C39BE1"/>
                </a:gs>
                <a:gs pos="0">
                  <a:srgbClr val="C39BE1"/>
                </a:gs>
                <a:gs pos="86000">
                  <a:srgbClr val="2F1543"/>
                </a:gs>
              </a:gsLst>
              <a:lin ang="3600000" scaled="0"/>
            </a:gra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743CB1E3-0762-6190-641C-1CB347BA552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681792" y="480751"/>
            <a:ext cx="5329177" cy="4494569"/>
          </a:xfrm>
          <a:custGeom>
            <a:avLst/>
            <a:gdLst>
              <a:gd name="connsiteX0" fmla="*/ 158568 w 5329177"/>
              <a:gd name="connsiteY0" fmla="*/ 0 h 4494569"/>
              <a:gd name="connsiteX1" fmla="*/ 5170609 w 5329177"/>
              <a:gd name="connsiteY1" fmla="*/ 0 h 4494569"/>
              <a:gd name="connsiteX2" fmla="*/ 5329177 w 5329177"/>
              <a:gd name="connsiteY2" fmla="*/ 158568 h 4494569"/>
              <a:gd name="connsiteX3" fmla="*/ 5329177 w 5329177"/>
              <a:gd name="connsiteY3" fmla="*/ 4336001 h 4494569"/>
              <a:gd name="connsiteX4" fmla="*/ 5170609 w 5329177"/>
              <a:gd name="connsiteY4" fmla="*/ 4494569 h 4494569"/>
              <a:gd name="connsiteX5" fmla="*/ 158568 w 5329177"/>
              <a:gd name="connsiteY5" fmla="*/ 4494569 h 4494569"/>
              <a:gd name="connsiteX6" fmla="*/ 0 w 5329177"/>
              <a:gd name="connsiteY6" fmla="*/ 4336001 h 4494569"/>
              <a:gd name="connsiteX7" fmla="*/ 0 w 5329177"/>
              <a:gd name="connsiteY7" fmla="*/ 158568 h 4494569"/>
              <a:gd name="connsiteX8" fmla="*/ 158568 w 5329177"/>
              <a:gd name="connsiteY8" fmla="*/ 0 h 44945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329177" h="4494569">
                <a:moveTo>
                  <a:pt x="158568" y="0"/>
                </a:moveTo>
                <a:lnTo>
                  <a:pt x="5170609" y="0"/>
                </a:lnTo>
                <a:cubicBezTo>
                  <a:pt x="5258184" y="0"/>
                  <a:pt x="5329177" y="70993"/>
                  <a:pt x="5329177" y="158568"/>
                </a:cubicBezTo>
                <a:lnTo>
                  <a:pt x="5329177" y="4336001"/>
                </a:lnTo>
                <a:cubicBezTo>
                  <a:pt x="5329177" y="4423576"/>
                  <a:pt x="5258184" y="4494569"/>
                  <a:pt x="5170609" y="4494569"/>
                </a:cubicBezTo>
                <a:lnTo>
                  <a:pt x="158568" y="4494569"/>
                </a:lnTo>
                <a:cubicBezTo>
                  <a:pt x="70993" y="4494569"/>
                  <a:pt x="0" y="4423576"/>
                  <a:pt x="0" y="4336001"/>
                </a:cubicBezTo>
                <a:lnTo>
                  <a:pt x="0" y="158568"/>
                </a:lnTo>
                <a:cubicBezTo>
                  <a:pt x="0" y="70993"/>
                  <a:pt x="70993" y="0"/>
                  <a:pt x="158568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2400"/>
            </a:lvl1pPr>
          </a:lstStyle>
          <a:p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66A41554-7EEB-80A0-1EBA-51C636EE5C4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4176558" y="480751"/>
            <a:ext cx="3651602" cy="4494569"/>
          </a:xfrm>
          <a:custGeom>
            <a:avLst/>
            <a:gdLst>
              <a:gd name="connsiteX0" fmla="*/ 128828 w 3651602"/>
              <a:gd name="connsiteY0" fmla="*/ 0 h 4494569"/>
              <a:gd name="connsiteX1" fmla="*/ 3522774 w 3651602"/>
              <a:gd name="connsiteY1" fmla="*/ 0 h 4494569"/>
              <a:gd name="connsiteX2" fmla="*/ 3651602 w 3651602"/>
              <a:gd name="connsiteY2" fmla="*/ 128828 h 4494569"/>
              <a:gd name="connsiteX3" fmla="*/ 3651602 w 3651602"/>
              <a:gd name="connsiteY3" fmla="*/ 4365741 h 4494569"/>
              <a:gd name="connsiteX4" fmla="*/ 3522774 w 3651602"/>
              <a:gd name="connsiteY4" fmla="*/ 4494569 h 4494569"/>
              <a:gd name="connsiteX5" fmla="*/ 128828 w 3651602"/>
              <a:gd name="connsiteY5" fmla="*/ 4494569 h 4494569"/>
              <a:gd name="connsiteX6" fmla="*/ 0 w 3651602"/>
              <a:gd name="connsiteY6" fmla="*/ 4365741 h 4494569"/>
              <a:gd name="connsiteX7" fmla="*/ 0 w 3651602"/>
              <a:gd name="connsiteY7" fmla="*/ 128828 h 4494569"/>
              <a:gd name="connsiteX8" fmla="*/ 128828 w 3651602"/>
              <a:gd name="connsiteY8" fmla="*/ 0 h 44945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651602" h="4494569">
                <a:moveTo>
                  <a:pt x="128828" y="0"/>
                </a:moveTo>
                <a:lnTo>
                  <a:pt x="3522774" y="0"/>
                </a:lnTo>
                <a:cubicBezTo>
                  <a:pt x="3593922" y="0"/>
                  <a:pt x="3651602" y="57678"/>
                  <a:pt x="3651602" y="128828"/>
                </a:cubicBezTo>
                <a:lnTo>
                  <a:pt x="3651602" y="4365741"/>
                </a:lnTo>
                <a:cubicBezTo>
                  <a:pt x="3651602" y="4436891"/>
                  <a:pt x="3593922" y="4494569"/>
                  <a:pt x="3522774" y="4494569"/>
                </a:cubicBezTo>
                <a:lnTo>
                  <a:pt x="128828" y="4494569"/>
                </a:lnTo>
                <a:cubicBezTo>
                  <a:pt x="57678" y="4494569"/>
                  <a:pt x="0" y="4436891"/>
                  <a:pt x="0" y="4365741"/>
                </a:cubicBezTo>
                <a:lnTo>
                  <a:pt x="0" y="128828"/>
                </a:lnTo>
                <a:cubicBezTo>
                  <a:pt x="0" y="57678"/>
                  <a:pt x="57678" y="0"/>
                  <a:pt x="128828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24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0148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4780502C-A212-56FD-8AF6-3CBCCDA2BAA4}"/>
              </a:ext>
            </a:extLst>
          </p:cNvPr>
          <p:cNvSpPr/>
          <p:nvPr userDrawn="1"/>
        </p:nvSpPr>
        <p:spPr>
          <a:xfrm>
            <a:off x="16795004" y="9180353"/>
            <a:ext cx="1212882" cy="809888"/>
          </a:xfrm>
          <a:prstGeom prst="roundRect">
            <a:avLst>
              <a:gd name="adj" fmla="val 50000"/>
            </a:avLst>
          </a:prstGeom>
          <a:gradFill>
            <a:gsLst>
              <a:gs pos="100000">
                <a:srgbClr val="2D1440"/>
              </a:gs>
              <a:gs pos="0">
                <a:srgbClr val="040206">
                  <a:alpha val="85000"/>
                </a:srgbClr>
              </a:gs>
            </a:gsLst>
            <a:lin ang="3600000" scaled="0"/>
          </a:gradFill>
          <a:ln w="25400" cap="rnd">
            <a:gradFill>
              <a:gsLst>
                <a:gs pos="73000">
                  <a:srgbClr val="5D2884"/>
                </a:gs>
                <a:gs pos="33000">
                  <a:srgbClr val="210F2F"/>
                </a:gs>
                <a:gs pos="4000">
                  <a:srgbClr val="C39BE1"/>
                </a:gs>
                <a:gs pos="0">
                  <a:srgbClr val="C39BE1"/>
                </a:gs>
                <a:gs pos="86000">
                  <a:srgbClr val="2F1543"/>
                </a:gs>
                <a:gs pos="0">
                  <a:srgbClr val="2F1543"/>
                </a:gs>
              </a:gsLst>
              <a:lin ang="4800000" scaled="0"/>
            </a:gra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5342F59A-9920-AF80-E2D5-2E774DC04C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3589160" y="9298374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gradFill>
                  <a:gsLst>
                    <a:gs pos="0">
                      <a:srgbClr val="9FFFFF"/>
                    </a:gs>
                    <a:gs pos="50000">
                      <a:srgbClr val="D181FF"/>
                    </a:gs>
                    <a:gs pos="100000">
                      <a:srgbClr val="FEC26A"/>
                    </a:gs>
                  </a:gsLst>
                  <a:lin ang="21000000" scaled="0"/>
                </a:gradFill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fld id="{548DC41A-E892-4CAF-B53C-4BCD571507F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921DD02-37DF-4711-140A-0F48C9AAC4B9}"/>
              </a:ext>
            </a:extLst>
          </p:cNvPr>
          <p:cNvSpPr/>
          <p:nvPr userDrawn="1"/>
        </p:nvSpPr>
        <p:spPr>
          <a:xfrm>
            <a:off x="595639" y="1386086"/>
            <a:ext cx="4939235" cy="4293689"/>
          </a:xfrm>
          <a:prstGeom prst="roundRect">
            <a:avLst>
              <a:gd name="adj" fmla="val 14109"/>
            </a:avLst>
          </a:prstGeom>
          <a:gradFill>
            <a:gsLst>
              <a:gs pos="100000">
                <a:srgbClr val="DFCAEE">
                  <a:alpha val="10000"/>
                </a:srgbClr>
              </a:gs>
              <a:gs pos="0">
                <a:srgbClr val="06030A">
                  <a:alpha val="10000"/>
                </a:srgbClr>
              </a:gs>
            </a:gsLst>
            <a:lin ang="5400000" scaled="0"/>
          </a:gradFill>
          <a:ln w="19050" cap="rnd">
            <a:gradFill>
              <a:gsLst>
                <a:gs pos="0">
                  <a:srgbClr val="9FFFFF"/>
                </a:gs>
                <a:gs pos="33000">
                  <a:srgbClr val="584E62"/>
                </a:gs>
              </a:gsLst>
              <a:lin ang="3000000" scaled="0"/>
            </a:gradFill>
            <a:round/>
          </a:ln>
          <a:effectLst>
            <a:outerShdw blurRad="711200" dist="127000" dir="5400000" sx="97000" sy="97000" algn="t" rotWithShape="0">
              <a:srgbClr val="9FFFFF">
                <a:alpha val="3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A00790F-991A-B5A3-5209-48A0C928AD43}"/>
              </a:ext>
            </a:extLst>
          </p:cNvPr>
          <p:cNvSpPr/>
          <p:nvPr userDrawn="1"/>
        </p:nvSpPr>
        <p:spPr>
          <a:xfrm>
            <a:off x="5534874" y="5975361"/>
            <a:ext cx="4140069" cy="3598972"/>
          </a:xfrm>
          <a:prstGeom prst="roundRect">
            <a:avLst>
              <a:gd name="adj" fmla="val 14109"/>
            </a:avLst>
          </a:prstGeom>
          <a:gradFill>
            <a:gsLst>
              <a:gs pos="100000">
                <a:srgbClr val="DFCAEE">
                  <a:alpha val="10000"/>
                </a:srgbClr>
              </a:gs>
              <a:gs pos="0">
                <a:srgbClr val="06030A">
                  <a:alpha val="10000"/>
                </a:srgbClr>
              </a:gs>
            </a:gsLst>
            <a:lin ang="5400000" scaled="0"/>
          </a:gradFill>
          <a:ln w="19050" cap="rnd">
            <a:gradFill>
              <a:gsLst>
                <a:gs pos="0">
                  <a:srgbClr val="FEC26A"/>
                </a:gs>
                <a:gs pos="33000">
                  <a:srgbClr val="584E62"/>
                </a:gs>
              </a:gsLst>
              <a:lin ang="3000000" scaled="0"/>
            </a:gradFill>
            <a:round/>
          </a:ln>
          <a:effectLst>
            <a:outerShdw blurRad="711200" dist="127000" dir="5400000" sx="97000" sy="97000" algn="t" rotWithShape="0">
              <a:srgbClr val="FEC26A">
                <a:alpha val="3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2A99ADA-D472-18DA-DABD-966A92E7D990}"/>
              </a:ext>
            </a:extLst>
          </p:cNvPr>
          <p:cNvSpPr/>
          <p:nvPr userDrawn="1"/>
        </p:nvSpPr>
        <p:spPr>
          <a:xfrm>
            <a:off x="1932861" y="6147125"/>
            <a:ext cx="3202429" cy="2783879"/>
          </a:xfrm>
          <a:prstGeom prst="roundRect">
            <a:avLst>
              <a:gd name="adj" fmla="val 14109"/>
            </a:avLst>
          </a:prstGeom>
          <a:gradFill>
            <a:gsLst>
              <a:gs pos="100000">
                <a:srgbClr val="DFCAEE">
                  <a:alpha val="10000"/>
                </a:srgbClr>
              </a:gs>
              <a:gs pos="0">
                <a:srgbClr val="06030A">
                  <a:alpha val="10000"/>
                </a:srgbClr>
              </a:gs>
            </a:gsLst>
            <a:lin ang="5400000" scaled="0"/>
          </a:gradFill>
          <a:ln w="19050" cap="rnd">
            <a:gradFill>
              <a:gsLst>
                <a:gs pos="0">
                  <a:srgbClr val="F79CFE"/>
                </a:gs>
                <a:gs pos="33000">
                  <a:srgbClr val="584E62"/>
                </a:gs>
              </a:gsLst>
              <a:lin ang="3000000" scaled="0"/>
            </a:gradFill>
            <a:round/>
          </a:ln>
          <a:effectLst>
            <a:outerShdw blurRad="711200" dist="127000" dir="5400000" sx="97000" sy="97000" algn="t" rotWithShape="0">
              <a:srgbClr val="AC6CD2">
                <a:alpha val="3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11D0D630-CD20-4B78-C2FD-70BE4EE9AFDC}"/>
              </a:ext>
            </a:extLst>
          </p:cNvPr>
          <p:cNvSpPr/>
          <p:nvPr userDrawn="1"/>
        </p:nvSpPr>
        <p:spPr>
          <a:xfrm>
            <a:off x="5863529" y="3406431"/>
            <a:ext cx="2515683" cy="2186889"/>
          </a:xfrm>
          <a:prstGeom prst="roundRect">
            <a:avLst>
              <a:gd name="adj" fmla="val 14109"/>
            </a:avLst>
          </a:prstGeom>
          <a:gradFill>
            <a:gsLst>
              <a:gs pos="100000">
                <a:srgbClr val="DFCAEE">
                  <a:alpha val="10000"/>
                </a:srgbClr>
              </a:gs>
              <a:gs pos="0">
                <a:srgbClr val="06030A">
                  <a:alpha val="10000"/>
                </a:srgbClr>
              </a:gs>
            </a:gsLst>
            <a:lin ang="5400000" scaled="0"/>
          </a:gradFill>
          <a:ln w="19050" cap="rnd">
            <a:gradFill>
              <a:gsLst>
                <a:gs pos="0">
                  <a:srgbClr val="92D050"/>
                </a:gs>
                <a:gs pos="33000">
                  <a:srgbClr val="584E62"/>
                </a:gs>
              </a:gsLst>
              <a:lin ang="3000000" scaled="0"/>
            </a:gradFill>
            <a:round/>
          </a:ln>
          <a:effectLst>
            <a:outerShdw blurRad="711200" dist="127000" dir="5400000" sx="97000" sy="97000" algn="t" rotWithShape="0">
              <a:srgbClr val="92D050">
                <a:alpha val="3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1950ED7B-2AA4-778A-4DCA-90F1768C31F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05641" y="1563073"/>
            <a:ext cx="4519230" cy="3939714"/>
          </a:xfrm>
          <a:custGeom>
            <a:avLst/>
            <a:gdLst>
              <a:gd name="connsiteX0" fmla="*/ 455628 w 4519230"/>
              <a:gd name="connsiteY0" fmla="*/ 0 h 3939714"/>
              <a:gd name="connsiteX1" fmla="*/ 4063602 w 4519230"/>
              <a:gd name="connsiteY1" fmla="*/ 0 h 3939714"/>
              <a:gd name="connsiteX2" fmla="*/ 4519230 w 4519230"/>
              <a:gd name="connsiteY2" fmla="*/ 455628 h 3939714"/>
              <a:gd name="connsiteX3" fmla="*/ 4519230 w 4519230"/>
              <a:gd name="connsiteY3" fmla="*/ 3484086 h 3939714"/>
              <a:gd name="connsiteX4" fmla="*/ 4063602 w 4519230"/>
              <a:gd name="connsiteY4" fmla="*/ 3939714 h 3939714"/>
              <a:gd name="connsiteX5" fmla="*/ 455628 w 4519230"/>
              <a:gd name="connsiteY5" fmla="*/ 3939714 h 3939714"/>
              <a:gd name="connsiteX6" fmla="*/ 0 w 4519230"/>
              <a:gd name="connsiteY6" fmla="*/ 3484086 h 3939714"/>
              <a:gd name="connsiteX7" fmla="*/ 0 w 4519230"/>
              <a:gd name="connsiteY7" fmla="*/ 455628 h 3939714"/>
              <a:gd name="connsiteX8" fmla="*/ 455628 w 4519230"/>
              <a:gd name="connsiteY8" fmla="*/ 0 h 3939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19230" h="3939714">
                <a:moveTo>
                  <a:pt x="455628" y="0"/>
                </a:moveTo>
                <a:lnTo>
                  <a:pt x="4063602" y="0"/>
                </a:lnTo>
                <a:cubicBezTo>
                  <a:pt x="4315238" y="0"/>
                  <a:pt x="4519230" y="203992"/>
                  <a:pt x="4519230" y="455628"/>
                </a:cubicBezTo>
                <a:lnTo>
                  <a:pt x="4519230" y="3484086"/>
                </a:lnTo>
                <a:cubicBezTo>
                  <a:pt x="4519230" y="3735722"/>
                  <a:pt x="4315238" y="3939714"/>
                  <a:pt x="4063602" y="3939714"/>
                </a:cubicBezTo>
                <a:lnTo>
                  <a:pt x="455628" y="3939714"/>
                </a:lnTo>
                <a:cubicBezTo>
                  <a:pt x="203992" y="3939714"/>
                  <a:pt x="0" y="3735722"/>
                  <a:pt x="0" y="3484086"/>
                </a:cubicBezTo>
                <a:lnTo>
                  <a:pt x="0" y="455628"/>
                </a:lnTo>
                <a:cubicBezTo>
                  <a:pt x="0" y="203992"/>
                  <a:pt x="203992" y="0"/>
                  <a:pt x="455628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2400"/>
            </a:lvl1pPr>
          </a:lstStyle>
          <a:p>
            <a:endParaRPr lang="en-US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A39F93F4-0EE1-1ED6-12FD-7AFF6235ADC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710899" y="6123712"/>
            <a:ext cx="3788021" cy="3302270"/>
          </a:xfrm>
          <a:custGeom>
            <a:avLst/>
            <a:gdLst>
              <a:gd name="connsiteX0" fmla="*/ 381908 w 3788021"/>
              <a:gd name="connsiteY0" fmla="*/ 0 h 3302270"/>
              <a:gd name="connsiteX1" fmla="*/ 3406113 w 3788021"/>
              <a:gd name="connsiteY1" fmla="*/ 0 h 3302270"/>
              <a:gd name="connsiteX2" fmla="*/ 3788021 w 3788021"/>
              <a:gd name="connsiteY2" fmla="*/ 381908 h 3302270"/>
              <a:gd name="connsiteX3" fmla="*/ 3788021 w 3788021"/>
              <a:gd name="connsiteY3" fmla="*/ 2920362 h 3302270"/>
              <a:gd name="connsiteX4" fmla="*/ 3406113 w 3788021"/>
              <a:gd name="connsiteY4" fmla="*/ 3302270 h 3302270"/>
              <a:gd name="connsiteX5" fmla="*/ 381908 w 3788021"/>
              <a:gd name="connsiteY5" fmla="*/ 3302270 h 3302270"/>
              <a:gd name="connsiteX6" fmla="*/ 0 w 3788021"/>
              <a:gd name="connsiteY6" fmla="*/ 2920362 h 3302270"/>
              <a:gd name="connsiteX7" fmla="*/ 0 w 3788021"/>
              <a:gd name="connsiteY7" fmla="*/ 381908 h 3302270"/>
              <a:gd name="connsiteX8" fmla="*/ 381908 w 3788021"/>
              <a:gd name="connsiteY8" fmla="*/ 0 h 33022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788021" h="3302270">
                <a:moveTo>
                  <a:pt x="381908" y="0"/>
                </a:moveTo>
                <a:lnTo>
                  <a:pt x="3406113" y="0"/>
                </a:lnTo>
                <a:cubicBezTo>
                  <a:pt x="3617035" y="0"/>
                  <a:pt x="3788021" y="170986"/>
                  <a:pt x="3788021" y="381908"/>
                </a:cubicBezTo>
                <a:lnTo>
                  <a:pt x="3788021" y="2920362"/>
                </a:lnTo>
                <a:cubicBezTo>
                  <a:pt x="3788021" y="3131284"/>
                  <a:pt x="3617035" y="3302270"/>
                  <a:pt x="3406113" y="3302270"/>
                </a:cubicBezTo>
                <a:lnTo>
                  <a:pt x="381908" y="3302270"/>
                </a:lnTo>
                <a:cubicBezTo>
                  <a:pt x="170986" y="3302270"/>
                  <a:pt x="0" y="3131284"/>
                  <a:pt x="0" y="2920362"/>
                </a:cubicBezTo>
                <a:lnTo>
                  <a:pt x="0" y="381908"/>
                </a:lnTo>
                <a:cubicBezTo>
                  <a:pt x="0" y="170986"/>
                  <a:pt x="170986" y="0"/>
                  <a:pt x="381908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2400"/>
            </a:lvl1pPr>
          </a:lstStyle>
          <a:p>
            <a:endParaRPr lang="en-US"/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1772ABD1-19C3-FF15-E50C-B4CCEE04EBA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970489" y="3496575"/>
            <a:ext cx="2301763" cy="2006600"/>
          </a:xfrm>
          <a:custGeom>
            <a:avLst/>
            <a:gdLst>
              <a:gd name="connsiteX0" fmla="*/ 232063 w 2301763"/>
              <a:gd name="connsiteY0" fmla="*/ 0 h 2006600"/>
              <a:gd name="connsiteX1" fmla="*/ 2069700 w 2301763"/>
              <a:gd name="connsiteY1" fmla="*/ 0 h 2006600"/>
              <a:gd name="connsiteX2" fmla="*/ 2301763 w 2301763"/>
              <a:gd name="connsiteY2" fmla="*/ 232063 h 2006600"/>
              <a:gd name="connsiteX3" fmla="*/ 2301763 w 2301763"/>
              <a:gd name="connsiteY3" fmla="*/ 1774537 h 2006600"/>
              <a:gd name="connsiteX4" fmla="*/ 2069700 w 2301763"/>
              <a:gd name="connsiteY4" fmla="*/ 2006600 h 2006600"/>
              <a:gd name="connsiteX5" fmla="*/ 232063 w 2301763"/>
              <a:gd name="connsiteY5" fmla="*/ 2006600 h 2006600"/>
              <a:gd name="connsiteX6" fmla="*/ 0 w 2301763"/>
              <a:gd name="connsiteY6" fmla="*/ 1774537 h 2006600"/>
              <a:gd name="connsiteX7" fmla="*/ 0 w 2301763"/>
              <a:gd name="connsiteY7" fmla="*/ 232063 h 2006600"/>
              <a:gd name="connsiteX8" fmla="*/ 232063 w 2301763"/>
              <a:gd name="connsiteY8" fmla="*/ 0 h 2006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301763" h="2006600">
                <a:moveTo>
                  <a:pt x="232063" y="0"/>
                </a:moveTo>
                <a:lnTo>
                  <a:pt x="2069700" y="0"/>
                </a:lnTo>
                <a:cubicBezTo>
                  <a:pt x="2197865" y="0"/>
                  <a:pt x="2301763" y="103898"/>
                  <a:pt x="2301763" y="232063"/>
                </a:cubicBezTo>
                <a:lnTo>
                  <a:pt x="2301763" y="1774537"/>
                </a:lnTo>
                <a:cubicBezTo>
                  <a:pt x="2301763" y="1902702"/>
                  <a:pt x="2197865" y="2006600"/>
                  <a:pt x="2069700" y="2006600"/>
                </a:cubicBezTo>
                <a:lnTo>
                  <a:pt x="232063" y="2006600"/>
                </a:lnTo>
                <a:cubicBezTo>
                  <a:pt x="103898" y="2006600"/>
                  <a:pt x="0" y="1902702"/>
                  <a:pt x="0" y="1774537"/>
                </a:cubicBezTo>
                <a:lnTo>
                  <a:pt x="0" y="232063"/>
                </a:lnTo>
                <a:cubicBezTo>
                  <a:pt x="0" y="103898"/>
                  <a:pt x="103898" y="0"/>
                  <a:pt x="232063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2400"/>
            </a:lvl1pPr>
          </a:lstStyle>
          <a:p>
            <a:endParaRPr lang="en-US"/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868BB04D-3FD4-55E3-51C0-4723C58CD6B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069019" y="6261877"/>
            <a:ext cx="2930112" cy="2554374"/>
          </a:xfrm>
          <a:custGeom>
            <a:avLst/>
            <a:gdLst>
              <a:gd name="connsiteX0" fmla="*/ 295413 w 2930112"/>
              <a:gd name="connsiteY0" fmla="*/ 0 h 2554374"/>
              <a:gd name="connsiteX1" fmla="*/ 2634699 w 2930112"/>
              <a:gd name="connsiteY1" fmla="*/ 0 h 2554374"/>
              <a:gd name="connsiteX2" fmla="*/ 2930112 w 2930112"/>
              <a:gd name="connsiteY2" fmla="*/ 295413 h 2554374"/>
              <a:gd name="connsiteX3" fmla="*/ 2930112 w 2930112"/>
              <a:gd name="connsiteY3" fmla="*/ 2258961 h 2554374"/>
              <a:gd name="connsiteX4" fmla="*/ 2634699 w 2930112"/>
              <a:gd name="connsiteY4" fmla="*/ 2554374 h 2554374"/>
              <a:gd name="connsiteX5" fmla="*/ 295413 w 2930112"/>
              <a:gd name="connsiteY5" fmla="*/ 2554374 h 2554374"/>
              <a:gd name="connsiteX6" fmla="*/ 0 w 2930112"/>
              <a:gd name="connsiteY6" fmla="*/ 2258961 h 2554374"/>
              <a:gd name="connsiteX7" fmla="*/ 0 w 2930112"/>
              <a:gd name="connsiteY7" fmla="*/ 295413 h 2554374"/>
              <a:gd name="connsiteX8" fmla="*/ 295413 w 2930112"/>
              <a:gd name="connsiteY8" fmla="*/ 0 h 25543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930112" h="2554374">
                <a:moveTo>
                  <a:pt x="295413" y="0"/>
                </a:moveTo>
                <a:lnTo>
                  <a:pt x="2634699" y="0"/>
                </a:lnTo>
                <a:cubicBezTo>
                  <a:pt x="2797851" y="0"/>
                  <a:pt x="2930112" y="132261"/>
                  <a:pt x="2930112" y="295413"/>
                </a:cubicBezTo>
                <a:lnTo>
                  <a:pt x="2930112" y="2258961"/>
                </a:lnTo>
                <a:cubicBezTo>
                  <a:pt x="2930112" y="2422113"/>
                  <a:pt x="2797851" y="2554374"/>
                  <a:pt x="2634699" y="2554374"/>
                </a:cubicBezTo>
                <a:lnTo>
                  <a:pt x="295413" y="2554374"/>
                </a:lnTo>
                <a:cubicBezTo>
                  <a:pt x="132261" y="2554374"/>
                  <a:pt x="0" y="2422113"/>
                  <a:pt x="0" y="2258961"/>
                </a:cubicBezTo>
                <a:lnTo>
                  <a:pt x="0" y="295413"/>
                </a:lnTo>
                <a:cubicBezTo>
                  <a:pt x="0" y="132261"/>
                  <a:pt x="132261" y="0"/>
                  <a:pt x="295413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24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5415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4780502C-A212-56FD-8AF6-3CBCCDA2BAA4}"/>
              </a:ext>
            </a:extLst>
          </p:cNvPr>
          <p:cNvSpPr/>
          <p:nvPr userDrawn="1"/>
        </p:nvSpPr>
        <p:spPr>
          <a:xfrm>
            <a:off x="16795004" y="9180353"/>
            <a:ext cx="1212882" cy="809888"/>
          </a:xfrm>
          <a:prstGeom prst="roundRect">
            <a:avLst>
              <a:gd name="adj" fmla="val 50000"/>
            </a:avLst>
          </a:prstGeom>
          <a:gradFill>
            <a:gsLst>
              <a:gs pos="100000">
                <a:srgbClr val="2D1440"/>
              </a:gs>
              <a:gs pos="0">
                <a:srgbClr val="040206">
                  <a:alpha val="85000"/>
                </a:srgbClr>
              </a:gs>
            </a:gsLst>
            <a:lin ang="3600000" scaled="0"/>
          </a:gradFill>
          <a:ln w="25400" cap="rnd">
            <a:gradFill>
              <a:gsLst>
                <a:gs pos="73000">
                  <a:srgbClr val="5D2884"/>
                </a:gs>
                <a:gs pos="33000">
                  <a:srgbClr val="210F2F"/>
                </a:gs>
                <a:gs pos="4000">
                  <a:srgbClr val="C39BE1"/>
                </a:gs>
                <a:gs pos="0">
                  <a:srgbClr val="C39BE1"/>
                </a:gs>
                <a:gs pos="86000">
                  <a:srgbClr val="2F1543"/>
                </a:gs>
                <a:gs pos="0">
                  <a:srgbClr val="2F1543"/>
                </a:gs>
              </a:gsLst>
              <a:lin ang="4800000" scaled="0"/>
            </a:gra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5342F59A-9920-AF80-E2D5-2E774DC04C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3589160" y="9298374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gradFill>
                  <a:gsLst>
                    <a:gs pos="0">
                      <a:srgbClr val="9FFFFF"/>
                    </a:gs>
                    <a:gs pos="50000">
                      <a:srgbClr val="D181FF"/>
                    </a:gs>
                    <a:gs pos="100000">
                      <a:srgbClr val="FEC26A"/>
                    </a:gs>
                  </a:gsLst>
                  <a:lin ang="21000000" scaled="0"/>
                </a:gradFill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fld id="{548DC41A-E892-4CAF-B53C-4BCD571507F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D74EF1B5-9E3D-A816-DC98-97A53F45005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516200" y="312572"/>
            <a:ext cx="9491686" cy="9661858"/>
          </a:xfrm>
          <a:custGeom>
            <a:avLst/>
            <a:gdLst>
              <a:gd name="connsiteX0" fmla="*/ 287895 w 9491686"/>
              <a:gd name="connsiteY0" fmla="*/ 0 h 9661858"/>
              <a:gd name="connsiteX1" fmla="*/ 9203792 w 9491686"/>
              <a:gd name="connsiteY1" fmla="*/ 0 h 9661858"/>
              <a:gd name="connsiteX2" fmla="*/ 9491686 w 9491686"/>
              <a:gd name="connsiteY2" fmla="*/ 287895 h 9661858"/>
              <a:gd name="connsiteX3" fmla="*/ 9491686 w 9491686"/>
              <a:gd name="connsiteY3" fmla="*/ 5337703 h 9661858"/>
              <a:gd name="connsiteX4" fmla="*/ 9491686 w 9491686"/>
              <a:gd name="connsiteY4" fmla="*/ 7599637 h 9661858"/>
              <a:gd name="connsiteX5" fmla="*/ 9491686 w 9491686"/>
              <a:gd name="connsiteY5" fmla="*/ 8269645 h 9661858"/>
              <a:gd name="connsiteX6" fmla="*/ 9481786 w 9491686"/>
              <a:gd name="connsiteY6" fmla="*/ 8301577 h 9661858"/>
              <a:gd name="connsiteX7" fmla="*/ 9125464 w 9491686"/>
              <a:gd name="connsiteY7" fmla="*/ 8537957 h 9661858"/>
              <a:gd name="connsiteX8" fmla="*/ 9119128 w 9491686"/>
              <a:gd name="connsiteY8" fmla="*/ 8537908 h 9661858"/>
              <a:gd name="connsiteX9" fmla="*/ 8707552 w 9491686"/>
              <a:gd name="connsiteY9" fmla="*/ 8537907 h 9661858"/>
              <a:gd name="connsiteX10" fmla="*/ 7978605 w 9491686"/>
              <a:gd name="connsiteY10" fmla="*/ 9257521 h 9661858"/>
              <a:gd name="connsiteX11" fmla="*/ 7978605 w 9491686"/>
              <a:gd name="connsiteY11" fmla="*/ 9268951 h 9661858"/>
              <a:gd name="connsiteX12" fmla="*/ 7597938 w 9491686"/>
              <a:gd name="connsiteY12" fmla="*/ 9661810 h 9661858"/>
              <a:gd name="connsiteX13" fmla="*/ 7591699 w 9491686"/>
              <a:gd name="connsiteY13" fmla="*/ 9661858 h 9661858"/>
              <a:gd name="connsiteX14" fmla="*/ 346447 w 9491686"/>
              <a:gd name="connsiteY14" fmla="*/ 9661858 h 9661858"/>
              <a:gd name="connsiteX15" fmla="*/ 0 w 9491686"/>
              <a:gd name="connsiteY15" fmla="*/ 9315411 h 9661858"/>
              <a:gd name="connsiteX16" fmla="*/ 0 w 9491686"/>
              <a:gd name="connsiteY16" fmla="*/ 7599637 h 9661858"/>
              <a:gd name="connsiteX17" fmla="*/ 0 w 9491686"/>
              <a:gd name="connsiteY17" fmla="*/ 5257525 h 9661858"/>
              <a:gd name="connsiteX18" fmla="*/ 0 w 9491686"/>
              <a:gd name="connsiteY18" fmla="*/ 287895 h 9661858"/>
              <a:gd name="connsiteX19" fmla="*/ 287895 w 9491686"/>
              <a:gd name="connsiteY19" fmla="*/ 0 h 96618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9491686" h="9661858">
                <a:moveTo>
                  <a:pt x="287895" y="0"/>
                </a:moveTo>
                <a:lnTo>
                  <a:pt x="9203792" y="0"/>
                </a:lnTo>
                <a:cubicBezTo>
                  <a:pt x="9362792" y="0"/>
                  <a:pt x="9491686" y="128895"/>
                  <a:pt x="9491686" y="287895"/>
                </a:cubicBezTo>
                <a:lnTo>
                  <a:pt x="9491686" y="5337703"/>
                </a:lnTo>
                <a:lnTo>
                  <a:pt x="9491686" y="7599637"/>
                </a:lnTo>
                <a:lnTo>
                  <a:pt x="9491686" y="8269645"/>
                </a:lnTo>
                <a:lnTo>
                  <a:pt x="9481786" y="8301577"/>
                </a:lnTo>
                <a:cubicBezTo>
                  <a:pt x="9423118" y="8440431"/>
                  <a:pt x="9285686" y="8537897"/>
                  <a:pt x="9125464" y="8537957"/>
                </a:cubicBezTo>
                <a:cubicBezTo>
                  <a:pt x="9123352" y="8537958"/>
                  <a:pt x="9121240" y="8537941"/>
                  <a:pt x="9119128" y="8537908"/>
                </a:cubicBezTo>
                <a:lnTo>
                  <a:pt x="8707552" y="8537907"/>
                </a:lnTo>
                <a:cubicBezTo>
                  <a:pt x="8311696" y="8537907"/>
                  <a:pt x="7978415" y="8861757"/>
                  <a:pt x="7978605" y="9257521"/>
                </a:cubicBezTo>
                <a:cubicBezTo>
                  <a:pt x="7978605" y="9261331"/>
                  <a:pt x="7978605" y="9265141"/>
                  <a:pt x="7978605" y="9268951"/>
                </a:cubicBezTo>
                <a:cubicBezTo>
                  <a:pt x="7981972" y="9482554"/>
                  <a:pt x="7811542" y="9658443"/>
                  <a:pt x="7597938" y="9661810"/>
                </a:cubicBezTo>
                <a:cubicBezTo>
                  <a:pt x="7595858" y="9661842"/>
                  <a:pt x="7593779" y="9661858"/>
                  <a:pt x="7591699" y="9661858"/>
                </a:cubicBezTo>
                <a:lnTo>
                  <a:pt x="346447" y="9661858"/>
                </a:lnTo>
                <a:cubicBezTo>
                  <a:pt x="155110" y="9661858"/>
                  <a:pt x="0" y="9506748"/>
                  <a:pt x="0" y="9315411"/>
                </a:cubicBezTo>
                <a:lnTo>
                  <a:pt x="0" y="7599637"/>
                </a:lnTo>
                <a:lnTo>
                  <a:pt x="0" y="5257525"/>
                </a:lnTo>
                <a:lnTo>
                  <a:pt x="0" y="287895"/>
                </a:lnTo>
                <a:cubicBezTo>
                  <a:pt x="0" y="128895"/>
                  <a:pt x="128895" y="0"/>
                  <a:pt x="287895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24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67825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4780502C-A212-56FD-8AF6-3CBCCDA2BAA4}"/>
              </a:ext>
            </a:extLst>
          </p:cNvPr>
          <p:cNvSpPr/>
          <p:nvPr userDrawn="1"/>
        </p:nvSpPr>
        <p:spPr>
          <a:xfrm>
            <a:off x="16795004" y="9180353"/>
            <a:ext cx="1212882" cy="809888"/>
          </a:xfrm>
          <a:prstGeom prst="roundRect">
            <a:avLst>
              <a:gd name="adj" fmla="val 50000"/>
            </a:avLst>
          </a:prstGeom>
          <a:gradFill>
            <a:gsLst>
              <a:gs pos="100000">
                <a:srgbClr val="2D1440"/>
              </a:gs>
              <a:gs pos="0">
                <a:srgbClr val="040206">
                  <a:alpha val="85000"/>
                </a:srgbClr>
              </a:gs>
            </a:gsLst>
            <a:lin ang="3600000" scaled="0"/>
          </a:gradFill>
          <a:ln w="25400" cap="rnd">
            <a:gradFill>
              <a:gsLst>
                <a:gs pos="73000">
                  <a:srgbClr val="5D2884"/>
                </a:gs>
                <a:gs pos="33000">
                  <a:srgbClr val="210F2F"/>
                </a:gs>
                <a:gs pos="4000">
                  <a:srgbClr val="C39BE1"/>
                </a:gs>
                <a:gs pos="0">
                  <a:srgbClr val="C39BE1"/>
                </a:gs>
                <a:gs pos="86000">
                  <a:srgbClr val="2F1543"/>
                </a:gs>
                <a:gs pos="0">
                  <a:srgbClr val="2F1543"/>
                </a:gs>
              </a:gsLst>
              <a:lin ang="4800000" scaled="0"/>
            </a:gra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5342F59A-9920-AF80-E2D5-2E774DC04C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3589160" y="9298374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gradFill>
                  <a:gsLst>
                    <a:gs pos="0">
                      <a:srgbClr val="9FFFFF"/>
                    </a:gs>
                    <a:gs pos="50000">
                      <a:srgbClr val="D181FF"/>
                    </a:gs>
                    <a:gs pos="100000">
                      <a:srgbClr val="FEC26A"/>
                    </a:gs>
                  </a:gsLst>
                  <a:lin ang="21000000" scaled="0"/>
                </a:gradFill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fld id="{548DC41A-E892-4CAF-B53C-4BCD571507F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29B116D1-BE46-1552-881D-2B3C83456502}"/>
              </a:ext>
            </a:extLst>
          </p:cNvPr>
          <p:cNvSpPr/>
          <p:nvPr userDrawn="1"/>
        </p:nvSpPr>
        <p:spPr>
          <a:xfrm>
            <a:off x="2136488" y="3097187"/>
            <a:ext cx="3689457" cy="6168571"/>
          </a:xfrm>
          <a:prstGeom prst="roundRect">
            <a:avLst>
              <a:gd name="adj" fmla="val 8406"/>
            </a:avLst>
          </a:prstGeom>
          <a:gradFill>
            <a:gsLst>
              <a:gs pos="100000">
                <a:srgbClr val="DFCAEE">
                  <a:alpha val="10000"/>
                </a:srgbClr>
              </a:gs>
              <a:gs pos="0">
                <a:srgbClr val="06030A">
                  <a:alpha val="10000"/>
                </a:srgbClr>
              </a:gs>
            </a:gsLst>
            <a:lin ang="5400000" scaled="0"/>
          </a:gradFill>
          <a:ln w="19050" cap="rnd">
            <a:gradFill>
              <a:gsLst>
                <a:gs pos="0">
                  <a:srgbClr val="9FFFFF"/>
                </a:gs>
                <a:gs pos="33000">
                  <a:srgbClr val="584E62"/>
                </a:gs>
              </a:gsLst>
              <a:lin ang="3000000" scaled="0"/>
            </a:gradFill>
            <a:round/>
          </a:ln>
          <a:effectLst>
            <a:outerShdw blurRad="711200" dist="127000" dir="5400000" sx="97000" sy="97000" algn="t" rotWithShape="0">
              <a:srgbClr val="9FFFFF">
                <a:alpha val="3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5D7EF2F-0177-626A-5BDA-95EA9ABC712B}"/>
              </a:ext>
            </a:extLst>
          </p:cNvPr>
          <p:cNvSpPr/>
          <p:nvPr userDrawn="1"/>
        </p:nvSpPr>
        <p:spPr>
          <a:xfrm>
            <a:off x="12465782" y="3097187"/>
            <a:ext cx="3689457" cy="6168571"/>
          </a:xfrm>
          <a:prstGeom prst="roundRect">
            <a:avLst>
              <a:gd name="adj" fmla="val 8406"/>
            </a:avLst>
          </a:prstGeom>
          <a:gradFill>
            <a:gsLst>
              <a:gs pos="100000">
                <a:srgbClr val="DFCAEE">
                  <a:alpha val="10000"/>
                </a:srgbClr>
              </a:gs>
              <a:gs pos="0">
                <a:srgbClr val="06030A">
                  <a:alpha val="10000"/>
                </a:srgbClr>
              </a:gs>
            </a:gsLst>
            <a:lin ang="5400000" scaled="0"/>
          </a:gradFill>
          <a:ln w="19050" cap="rnd">
            <a:gradFill>
              <a:gsLst>
                <a:gs pos="0">
                  <a:srgbClr val="FEC26A"/>
                </a:gs>
                <a:gs pos="33000">
                  <a:srgbClr val="584E62"/>
                </a:gs>
              </a:gsLst>
              <a:lin ang="3000000" scaled="0"/>
            </a:gradFill>
            <a:round/>
          </a:ln>
          <a:effectLst>
            <a:outerShdw blurRad="711200" dist="127000" dir="5400000" sx="97000" sy="97000" algn="t" rotWithShape="0">
              <a:srgbClr val="FEC26A">
                <a:alpha val="3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FEBC3EF-63C4-90DF-4F8D-21EEDCD22F37}"/>
              </a:ext>
            </a:extLst>
          </p:cNvPr>
          <p:cNvSpPr/>
          <p:nvPr userDrawn="1"/>
        </p:nvSpPr>
        <p:spPr>
          <a:xfrm>
            <a:off x="7299271" y="3097187"/>
            <a:ext cx="3689457" cy="6168571"/>
          </a:xfrm>
          <a:prstGeom prst="roundRect">
            <a:avLst>
              <a:gd name="adj" fmla="val 8406"/>
            </a:avLst>
          </a:prstGeom>
          <a:gradFill>
            <a:gsLst>
              <a:gs pos="100000">
                <a:srgbClr val="DFCAEE">
                  <a:alpha val="10000"/>
                </a:srgbClr>
              </a:gs>
              <a:gs pos="0">
                <a:srgbClr val="06030A">
                  <a:alpha val="10000"/>
                </a:srgbClr>
              </a:gs>
            </a:gsLst>
            <a:lin ang="5400000" scaled="0"/>
          </a:gradFill>
          <a:ln w="19050" cap="rnd">
            <a:gradFill>
              <a:gsLst>
                <a:gs pos="0">
                  <a:srgbClr val="F79CFE"/>
                </a:gs>
                <a:gs pos="33000">
                  <a:srgbClr val="584E62"/>
                </a:gs>
              </a:gsLst>
              <a:lin ang="3000000" scaled="0"/>
            </a:gradFill>
            <a:round/>
          </a:ln>
          <a:effectLst>
            <a:outerShdw blurRad="711200" dist="127000" dir="5400000" sx="97000" sy="97000" algn="t" rotWithShape="0">
              <a:srgbClr val="AC6CD2">
                <a:alpha val="3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F7C77034-B62C-1585-4E48-DFEA758100F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268701" y="3222171"/>
            <a:ext cx="3417578" cy="4071258"/>
          </a:xfrm>
          <a:custGeom>
            <a:avLst/>
            <a:gdLst>
              <a:gd name="connsiteX0" fmla="*/ 255703 w 3417578"/>
              <a:gd name="connsiteY0" fmla="*/ 0 h 4071258"/>
              <a:gd name="connsiteX1" fmla="*/ 3161875 w 3417578"/>
              <a:gd name="connsiteY1" fmla="*/ 0 h 4071258"/>
              <a:gd name="connsiteX2" fmla="*/ 3417578 w 3417578"/>
              <a:gd name="connsiteY2" fmla="*/ 255703 h 4071258"/>
              <a:gd name="connsiteX3" fmla="*/ 3417578 w 3417578"/>
              <a:gd name="connsiteY3" fmla="*/ 3815555 h 4071258"/>
              <a:gd name="connsiteX4" fmla="*/ 3161875 w 3417578"/>
              <a:gd name="connsiteY4" fmla="*/ 4071258 h 4071258"/>
              <a:gd name="connsiteX5" fmla="*/ 255703 w 3417578"/>
              <a:gd name="connsiteY5" fmla="*/ 4071258 h 4071258"/>
              <a:gd name="connsiteX6" fmla="*/ 0 w 3417578"/>
              <a:gd name="connsiteY6" fmla="*/ 3815555 h 4071258"/>
              <a:gd name="connsiteX7" fmla="*/ 0 w 3417578"/>
              <a:gd name="connsiteY7" fmla="*/ 255703 h 4071258"/>
              <a:gd name="connsiteX8" fmla="*/ 255703 w 3417578"/>
              <a:gd name="connsiteY8" fmla="*/ 0 h 40712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417578" h="4071258">
                <a:moveTo>
                  <a:pt x="255703" y="0"/>
                </a:moveTo>
                <a:lnTo>
                  <a:pt x="3161875" y="0"/>
                </a:lnTo>
                <a:cubicBezTo>
                  <a:pt x="3303096" y="0"/>
                  <a:pt x="3417578" y="114482"/>
                  <a:pt x="3417578" y="255703"/>
                </a:cubicBezTo>
                <a:lnTo>
                  <a:pt x="3417578" y="3815555"/>
                </a:lnTo>
                <a:cubicBezTo>
                  <a:pt x="3417578" y="3956776"/>
                  <a:pt x="3303096" y="4071258"/>
                  <a:pt x="3161875" y="4071258"/>
                </a:cubicBezTo>
                <a:lnTo>
                  <a:pt x="255703" y="4071258"/>
                </a:lnTo>
                <a:cubicBezTo>
                  <a:pt x="114482" y="4071258"/>
                  <a:pt x="0" y="3956776"/>
                  <a:pt x="0" y="3815555"/>
                </a:cubicBezTo>
                <a:lnTo>
                  <a:pt x="0" y="255703"/>
                </a:lnTo>
                <a:cubicBezTo>
                  <a:pt x="0" y="114482"/>
                  <a:pt x="114482" y="0"/>
                  <a:pt x="255703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2400"/>
            </a:lvl1pPr>
          </a:lstStyle>
          <a:p>
            <a:endParaRPr lang="en-US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9C9B971C-9145-D010-1C0E-F6A4D22FD2D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435210" y="3222171"/>
            <a:ext cx="3417578" cy="4071258"/>
          </a:xfrm>
          <a:custGeom>
            <a:avLst/>
            <a:gdLst>
              <a:gd name="connsiteX0" fmla="*/ 255703 w 3417578"/>
              <a:gd name="connsiteY0" fmla="*/ 0 h 4071258"/>
              <a:gd name="connsiteX1" fmla="*/ 3161875 w 3417578"/>
              <a:gd name="connsiteY1" fmla="*/ 0 h 4071258"/>
              <a:gd name="connsiteX2" fmla="*/ 3417578 w 3417578"/>
              <a:gd name="connsiteY2" fmla="*/ 255703 h 4071258"/>
              <a:gd name="connsiteX3" fmla="*/ 3417578 w 3417578"/>
              <a:gd name="connsiteY3" fmla="*/ 3815555 h 4071258"/>
              <a:gd name="connsiteX4" fmla="*/ 3161875 w 3417578"/>
              <a:gd name="connsiteY4" fmla="*/ 4071258 h 4071258"/>
              <a:gd name="connsiteX5" fmla="*/ 255703 w 3417578"/>
              <a:gd name="connsiteY5" fmla="*/ 4071258 h 4071258"/>
              <a:gd name="connsiteX6" fmla="*/ 0 w 3417578"/>
              <a:gd name="connsiteY6" fmla="*/ 3815555 h 4071258"/>
              <a:gd name="connsiteX7" fmla="*/ 0 w 3417578"/>
              <a:gd name="connsiteY7" fmla="*/ 255703 h 4071258"/>
              <a:gd name="connsiteX8" fmla="*/ 255703 w 3417578"/>
              <a:gd name="connsiteY8" fmla="*/ 0 h 40712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417578" h="4071258">
                <a:moveTo>
                  <a:pt x="255703" y="0"/>
                </a:moveTo>
                <a:lnTo>
                  <a:pt x="3161875" y="0"/>
                </a:lnTo>
                <a:cubicBezTo>
                  <a:pt x="3303096" y="0"/>
                  <a:pt x="3417578" y="114482"/>
                  <a:pt x="3417578" y="255703"/>
                </a:cubicBezTo>
                <a:lnTo>
                  <a:pt x="3417578" y="3815555"/>
                </a:lnTo>
                <a:cubicBezTo>
                  <a:pt x="3417578" y="3956776"/>
                  <a:pt x="3303096" y="4071258"/>
                  <a:pt x="3161875" y="4071258"/>
                </a:cubicBezTo>
                <a:lnTo>
                  <a:pt x="255703" y="4071258"/>
                </a:lnTo>
                <a:cubicBezTo>
                  <a:pt x="114482" y="4071258"/>
                  <a:pt x="0" y="3956776"/>
                  <a:pt x="0" y="3815555"/>
                </a:cubicBezTo>
                <a:lnTo>
                  <a:pt x="0" y="255703"/>
                </a:lnTo>
                <a:cubicBezTo>
                  <a:pt x="0" y="114482"/>
                  <a:pt x="114482" y="0"/>
                  <a:pt x="255703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2400"/>
            </a:lvl1pPr>
          </a:lstStyle>
          <a:p>
            <a:endParaRPr lang="en-US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9D3DBC15-B9DA-817A-350E-8BC35BA1848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2601721" y="3222171"/>
            <a:ext cx="3417578" cy="4071258"/>
          </a:xfrm>
          <a:custGeom>
            <a:avLst/>
            <a:gdLst>
              <a:gd name="connsiteX0" fmla="*/ 255703 w 3417578"/>
              <a:gd name="connsiteY0" fmla="*/ 0 h 4071258"/>
              <a:gd name="connsiteX1" fmla="*/ 3161875 w 3417578"/>
              <a:gd name="connsiteY1" fmla="*/ 0 h 4071258"/>
              <a:gd name="connsiteX2" fmla="*/ 3417578 w 3417578"/>
              <a:gd name="connsiteY2" fmla="*/ 255703 h 4071258"/>
              <a:gd name="connsiteX3" fmla="*/ 3417578 w 3417578"/>
              <a:gd name="connsiteY3" fmla="*/ 3815555 h 4071258"/>
              <a:gd name="connsiteX4" fmla="*/ 3161875 w 3417578"/>
              <a:gd name="connsiteY4" fmla="*/ 4071258 h 4071258"/>
              <a:gd name="connsiteX5" fmla="*/ 255703 w 3417578"/>
              <a:gd name="connsiteY5" fmla="*/ 4071258 h 4071258"/>
              <a:gd name="connsiteX6" fmla="*/ 0 w 3417578"/>
              <a:gd name="connsiteY6" fmla="*/ 3815555 h 4071258"/>
              <a:gd name="connsiteX7" fmla="*/ 0 w 3417578"/>
              <a:gd name="connsiteY7" fmla="*/ 255703 h 4071258"/>
              <a:gd name="connsiteX8" fmla="*/ 255703 w 3417578"/>
              <a:gd name="connsiteY8" fmla="*/ 0 h 40712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417578" h="4071258">
                <a:moveTo>
                  <a:pt x="255703" y="0"/>
                </a:moveTo>
                <a:lnTo>
                  <a:pt x="3161875" y="0"/>
                </a:lnTo>
                <a:cubicBezTo>
                  <a:pt x="3303096" y="0"/>
                  <a:pt x="3417578" y="114482"/>
                  <a:pt x="3417578" y="255703"/>
                </a:cubicBezTo>
                <a:lnTo>
                  <a:pt x="3417578" y="3815555"/>
                </a:lnTo>
                <a:cubicBezTo>
                  <a:pt x="3417578" y="3956776"/>
                  <a:pt x="3303096" y="4071258"/>
                  <a:pt x="3161875" y="4071258"/>
                </a:cubicBezTo>
                <a:lnTo>
                  <a:pt x="255703" y="4071258"/>
                </a:lnTo>
                <a:cubicBezTo>
                  <a:pt x="114482" y="4071258"/>
                  <a:pt x="0" y="3956776"/>
                  <a:pt x="0" y="3815555"/>
                </a:cubicBezTo>
                <a:lnTo>
                  <a:pt x="0" y="255703"/>
                </a:lnTo>
                <a:cubicBezTo>
                  <a:pt x="0" y="114482"/>
                  <a:pt x="114482" y="0"/>
                  <a:pt x="255703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24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1605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4780502C-A212-56FD-8AF6-3CBCCDA2BAA4}"/>
              </a:ext>
            </a:extLst>
          </p:cNvPr>
          <p:cNvSpPr/>
          <p:nvPr userDrawn="1"/>
        </p:nvSpPr>
        <p:spPr>
          <a:xfrm>
            <a:off x="16795004" y="9180353"/>
            <a:ext cx="1212882" cy="809888"/>
          </a:xfrm>
          <a:prstGeom prst="roundRect">
            <a:avLst>
              <a:gd name="adj" fmla="val 50000"/>
            </a:avLst>
          </a:prstGeom>
          <a:gradFill>
            <a:gsLst>
              <a:gs pos="100000">
                <a:srgbClr val="2D1440"/>
              </a:gs>
              <a:gs pos="0">
                <a:srgbClr val="040206">
                  <a:alpha val="85000"/>
                </a:srgbClr>
              </a:gs>
            </a:gsLst>
            <a:lin ang="3600000" scaled="0"/>
          </a:gradFill>
          <a:ln w="25400" cap="rnd">
            <a:gradFill>
              <a:gsLst>
                <a:gs pos="73000">
                  <a:srgbClr val="5D2884"/>
                </a:gs>
                <a:gs pos="33000">
                  <a:srgbClr val="210F2F"/>
                </a:gs>
                <a:gs pos="4000">
                  <a:srgbClr val="C39BE1"/>
                </a:gs>
                <a:gs pos="0">
                  <a:srgbClr val="C39BE1"/>
                </a:gs>
                <a:gs pos="86000">
                  <a:srgbClr val="2F1543"/>
                </a:gs>
                <a:gs pos="0">
                  <a:srgbClr val="2F1543"/>
                </a:gs>
              </a:gsLst>
              <a:lin ang="4800000" scaled="0"/>
            </a:gra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5342F59A-9920-AF80-E2D5-2E774DC04C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3589160" y="9298374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gradFill>
                  <a:gsLst>
                    <a:gs pos="0">
                      <a:srgbClr val="9FFFFF"/>
                    </a:gs>
                    <a:gs pos="50000">
                      <a:srgbClr val="D181FF"/>
                    </a:gs>
                    <a:gs pos="100000">
                      <a:srgbClr val="FEC26A"/>
                    </a:gs>
                  </a:gsLst>
                  <a:lin ang="21000000" scaled="0"/>
                </a:gradFill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fld id="{548DC41A-E892-4CAF-B53C-4BCD571507F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Graphic 3">
            <a:extLst>
              <a:ext uri="{FF2B5EF4-FFF2-40B4-BE49-F238E27FC236}">
                <a16:creationId xmlns:a16="http://schemas.microsoft.com/office/drawing/2014/main" id="{F3BFF0B2-518B-0DB8-1543-9216A3B82A59}"/>
              </a:ext>
            </a:extLst>
          </p:cNvPr>
          <p:cNvSpPr/>
          <p:nvPr/>
        </p:nvSpPr>
        <p:spPr>
          <a:xfrm>
            <a:off x="1664916" y="4107018"/>
            <a:ext cx="4278684" cy="3826735"/>
          </a:xfrm>
          <a:custGeom>
            <a:avLst/>
            <a:gdLst>
              <a:gd name="connsiteX0" fmla="*/ 3137809 w 4501300"/>
              <a:gd name="connsiteY0" fmla="*/ 0 h 4025836"/>
              <a:gd name="connsiteX1" fmla="*/ 1363396 w 4501300"/>
              <a:gd name="connsiteY1" fmla="*/ 0 h 4025836"/>
              <a:gd name="connsiteX2" fmla="*/ 950964 w 4501300"/>
              <a:gd name="connsiteY2" fmla="*/ 238125 h 4025836"/>
              <a:gd name="connsiteX3" fmla="*/ 63805 w 4501300"/>
              <a:gd name="connsiteY3" fmla="*/ 1774793 h 4025836"/>
              <a:gd name="connsiteX4" fmla="*/ 63805 w 4501300"/>
              <a:gd name="connsiteY4" fmla="*/ 2251043 h 4025836"/>
              <a:gd name="connsiteX5" fmla="*/ 950964 w 4501300"/>
              <a:gd name="connsiteY5" fmla="*/ 3787712 h 4025836"/>
              <a:gd name="connsiteX6" fmla="*/ 1363396 w 4501300"/>
              <a:gd name="connsiteY6" fmla="*/ 4025837 h 4025836"/>
              <a:gd name="connsiteX7" fmla="*/ 3137809 w 4501300"/>
              <a:gd name="connsiteY7" fmla="*/ 4025837 h 4025836"/>
              <a:gd name="connsiteX8" fmla="*/ 3550336 w 4501300"/>
              <a:gd name="connsiteY8" fmla="*/ 3787712 h 4025836"/>
              <a:gd name="connsiteX9" fmla="*/ 4437495 w 4501300"/>
              <a:gd name="connsiteY9" fmla="*/ 2251043 h 4025836"/>
              <a:gd name="connsiteX10" fmla="*/ 4437495 w 4501300"/>
              <a:gd name="connsiteY10" fmla="*/ 1774793 h 4025836"/>
              <a:gd name="connsiteX11" fmla="*/ 3550336 w 4501300"/>
              <a:gd name="connsiteY11" fmla="*/ 238125 h 4025836"/>
              <a:gd name="connsiteX12" fmla="*/ 3137809 w 4501300"/>
              <a:gd name="connsiteY12" fmla="*/ 0 h 40258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501300" h="4025836">
                <a:moveTo>
                  <a:pt x="3137809" y="0"/>
                </a:moveTo>
                <a:lnTo>
                  <a:pt x="1363396" y="0"/>
                </a:lnTo>
                <a:cubicBezTo>
                  <a:pt x="1193253" y="4"/>
                  <a:pt x="1036036" y="90776"/>
                  <a:pt x="950964" y="238125"/>
                </a:cubicBezTo>
                <a:lnTo>
                  <a:pt x="63805" y="1774793"/>
                </a:lnTo>
                <a:cubicBezTo>
                  <a:pt x="-21268" y="1922146"/>
                  <a:pt x="-21268" y="2103691"/>
                  <a:pt x="63805" y="2251043"/>
                </a:cubicBezTo>
                <a:lnTo>
                  <a:pt x="950964" y="3787712"/>
                </a:lnTo>
                <a:cubicBezTo>
                  <a:pt x="1036036" y="3935060"/>
                  <a:pt x="1193253" y="4025832"/>
                  <a:pt x="1363396" y="4025837"/>
                </a:cubicBezTo>
                <a:lnTo>
                  <a:pt x="3137809" y="4025837"/>
                </a:lnTo>
                <a:cubicBezTo>
                  <a:pt x="3307986" y="4025866"/>
                  <a:pt x="3465248" y="3935090"/>
                  <a:pt x="3550336" y="3787712"/>
                </a:cubicBezTo>
                <a:lnTo>
                  <a:pt x="4437495" y="2251043"/>
                </a:lnTo>
                <a:cubicBezTo>
                  <a:pt x="4522569" y="2103691"/>
                  <a:pt x="4522569" y="1922146"/>
                  <a:pt x="4437495" y="1774793"/>
                </a:cubicBezTo>
                <a:lnTo>
                  <a:pt x="3550336" y="238125"/>
                </a:lnTo>
                <a:cubicBezTo>
                  <a:pt x="3465248" y="90747"/>
                  <a:pt x="3307986" y="-30"/>
                  <a:pt x="3137809" y="0"/>
                </a:cubicBezTo>
                <a:close/>
              </a:path>
            </a:pathLst>
          </a:custGeom>
          <a:noFill/>
          <a:ln w="50800" cap="rnd">
            <a:gradFill>
              <a:gsLst>
                <a:gs pos="73000">
                  <a:srgbClr val="5D2884"/>
                </a:gs>
                <a:gs pos="33000">
                  <a:srgbClr val="210F2F"/>
                </a:gs>
                <a:gs pos="4000">
                  <a:srgbClr val="F79CFE"/>
                </a:gs>
                <a:gs pos="0">
                  <a:srgbClr val="C39BE1"/>
                </a:gs>
                <a:gs pos="86000">
                  <a:srgbClr val="2F1543"/>
                </a:gs>
                <a:gs pos="0">
                  <a:srgbClr val="2F1543"/>
                </a:gs>
              </a:gsLst>
              <a:lin ang="3600000" scaled="0"/>
            </a:gradFill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00"/>
          </a:p>
        </p:txBody>
      </p:sp>
      <p:sp>
        <p:nvSpPr>
          <p:cNvPr id="13" name="Graphic 3">
            <a:extLst>
              <a:ext uri="{FF2B5EF4-FFF2-40B4-BE49-F238E27FC236}">
                <a16:creationId xmlns:a16="http://schemas.microsoft.com/office/drawing/2014/main" id="{AE0539DE-11B5-4BB5-0EEA-4F35FE355FF7}"/>
              </a:ext>
            </a:extLst>
          </p:cNvPr>
          <p:cNvSpPr/>
          <p:nvPr/>
        </p:nvSpPr>
        <p:spPr>
          <a:xfrm>
            <a:off x="7004659" y="4107018"/>
            <a:ext cx="4278684" cy="3826735"/>
          </a:xfrm>
          <a:custGeom>
            <a:avLst/>
            <a:gdLst>
              <a:gd name="connsiteX0" fmla="*/ 3137809 w 4501300"/>
              <a:gd name="connsiteY0" fmla="*/ 0 h 4025836"/>
              <a:gd name="connsiteX1" fmla="*/ 1363396 w 4501300"/>
              <a:gd name="connsiteY1" fmla="*/ 0 h 4025836"/>
              <a:gd name="connsiteX2" fmla="*/ 950964 w 4501300"/>
              <a:gd name="connsiteY2" fmla="*/ 238125 h 4025836"/>
              <a:gd name="connsiteX3" fmla="*/ 63805 w 4501300"/>
              <a:gd name="connsiteY3" fmla="*/ 1774793 h 4025836"/>
              <a:gd name="connsiteX4" fmla="*/ 63805 w 4501300"/>
              <a:gd name="connsiteY4" fmla="*/ 2251043 h 4025836"/>
              <a:gd name="connsiteX5" fmla="*/ 950964 w 4501300"/>
              <a:gd name="connsiteY5" fmla="*/ 3787712 h 4025836"/>
              <a:gd name="connsiteX6" fmla="*/ 1363396 w 4501300"/>
              <a:gd name="connsiteY6" fmla="*/ 4025837 h 4025836"/>
              <a:gd name="connsiteX7" fmla="*/ 3137809 w 4501300"/>
              <a:gd name="connsiteY7" fmla="*/ 4025837 h 4025836"/>
              <a:gd name="connsiteX8" fmla="*/ 3550336 w 4501300"/>
              <a:gd name="connsiteY8" fmla="*/ 3787712 h 4025836"/>
              <a:gd name="connsiteX9" fmla="*/ 4437495 w 4501300"/>
              <a:gd name="connsiteY9" fmla="*/ 2251043 h 4025836"/>
              <a:gd name="connsiteX10" fmla="*/ 4437495 w 4501300"/>
              <a:gd name="connsiteY10" fmla="*/ 1774793 h 4025836"/>
              <a:gd name="connsiteX11" fmla="*/ 3550336 w 4501300"/>
              <a:gd name="connsiteY11" fmla="*/ 238125 h 4025836"/>
              <a:gd name="connsiteX12" fmla="*/ 3137809 w 4501300"/>
              <a:gd name="connsiteY12" fmla="*/ 0 h 40258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501300" h="4025836">
                <a:moveTo>
                  <a:pt x="3137809" y="0"/>
                </a:moveTo>
                <a:lnTo>
                  <a:pt x="1363396" y="0"/>
                </a:lnTo>
                <a:cubicBezTo>
                  <a:pt x="1193253" y="4"/>
                  <a:pt x="1036036" y="90776"/>
                  <a:pt x="950964" y="238125"/>
                </a:cubicBezTo>
                <a:lnTo>
                  <a:pt x="63805" y="1774793"/>
                </a:lnTo>
                <a:cubicBezTo>
                  <a:pt x="-21268" y="1922146"/>
                  <a:pt x="-21268" y="2103691"/>
                  <a:pt x="63805" y="2251043"/>
                </a:cubicBezTo>
                <a:lnTo>
                  <a:pt x="950964" y="3787712"/>
                </a:lnTo>
                <a:cubicBezTo>
                  <a:pt x="1036036" y="3935060"/>
                  <a:pt x="1193253" y="4025832"/>
                  <a:pt x="1363396" y="4025837"/>
                </a:cubicBezTo>
                <a:lnTo>
                  <a:pt x="3137809" y="4025837"/>
                </a:lnTo>
                <a:cubicBezTo>
                  <a:pt x="3307986" y="4025866"/>
                  <a:pt x="3465248" y="3935090"/>
                  <a:pt x="3550336" y="3787712"/>
                </a:cubicBezTo>
                <a:lnTo>
                  <a:pt x="4437495" y="2251043"/>
                </a:lnTo>
                <a:cubicBezTo>
                  <a:pt x="4522569" y="2103691"/>
                  <a:pt x="4522569" y="1922146"/>
                  <a:pt x="4437495" y="1774793"/>
                </a:cubicBezTo>
                <a:lnTo>
                  <a:pt x="3550336" y="238125"/>
                </a:lnTo>
                <a:cubicBezTo>
                  <a:pt x="3465248" y="90747"/>
                  <a:pt x="3307986" y="-30"/>
                  <a:pt x="3137809" y="0"/>
                </a:cubicBezTo>
                <a:close/>
              </a:path>
            </a:pathLst>
          </a:custGeom>
          <a:noFill/>
          <a:ln w="50800" cap="rnd">
            <a:gradFill>
              <a:gsLst>
                <a:gs pos="73000">
                  <a:srgbClr val="5D2884"/>
                </a:gs>
                <a:gs pos="33000">
                  <a:srgbClr val="210F2F"/>
                </a:gs>
                <a:gs pos="4000">
                  <a:srgbClr val="9FFFFF"/>
                </a:gs>
                <a:gs pos="0">
                  <a:srgbClr val="C39BE1"/>
                </a:gs>
                <a:gs pos="86000">
                  <a:srgbClr val="2F1543"/>
                </a:gs>
                <a:gs pos="0">
                  <a:srgbClr val="2F1543"/>
                </a:gs>
              </a:gsLst>
              <a:lin ang="3600000" scaled="0"/>
            </a:gradFill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00"/>
          </a:p>
        </p:txBody>
      </p:sp>
      <p:sp>
        <p:nvSpPr>
          <p:cNvPr id="18" name="Graphic 3">
            <a:extLst>
              <a:ext uri="{FF2B5EF4-FFF2-40B4-BE49-F238E27FC236}">
                <a16:creationId xmlns:a16="http://schemas.microsoft.com/office/drawing/2014/main" id="{D349E2EE-5429-3251-602F-E33CFCDA21DE}"/>
              </a:ext>
            </a:extLst>
          </p:cNvPr>
          <p:cNvSpPr/>
          <p:nvPr/>
        </p:nvSpPr>
        <p:spPr>
          <a:xfrm>
            <a:off x="12344402" y="4107018"/>
            <a:ext cx="4278684" cy="3826735"/>
          </a:xfrm>
          <a:custGeom>
            <a:avLst/>
            <a:gdLst>
              <a:gd name="connsiteX0" fmla="*/ 3137809 w 4501300"/>
              <a:gd name="connsiteY0" fmla="*/ 0 h 4025836"/>
              <a:gd name="connsiteX1" fmla="*/ 1363396 w 4501300"/>
              <a:gd name="connsiteY1" fmla="*/ 0 h 4025836"/>
              <a:gd name="connsiteX2" fmla="*/ 950964 w 4501300"/>
              <a:gd name="connsiteY2" fmla="*/ 238125 h 4025836"/>
              <a:gd name="connsiteX3" fmla="*/ 63805 w 4501300"/>
              <a:gd name="connsiteY3" fmla="*/ 1774793 h 4025836"/>
              <a:gd name="connsiteX4" fmla="*/ 63805 w 4501300"/>
              <a:gd name="connsiteY4" fmla="*/ 2251043 h 4025836"/>
              <a:gd name="connsiteX5" fmla="*/ 950964 w 4501300"/>
              <a:gd name="connsiteY5" fmla="*/ 3787712 h 4025836"/>
              <a:gd name="connsiteX6" fmla="*/ 1363396 w 4501300"/>
              <a:gd name="connsiteY6" fmla="*/ 4025837 h 4025836"/>
              <a:gd name="connsiteX7" fmla="*/ 3137809 w 4501300"/>
              <a:gd name="connsiteY7" fmla="*/ 4025837 h 4025836"/>
              <a:gd name="connsiteX8" fmla="*/ 3550336 w 4501300"/>
              <a:gd name="connsiteY8" fmla="*/ 3787712 h 4025836"/>
              <a:gd name="connsiteX9" fmla="*/ 4437495 w 4501300"/>
              <a:gd name="connsiteY9" fmla="*/ 2251043 h 4025836"/>
              <a:gd name="connsiteX10" fmla="*/ 4437495 w 4501300"/>
              <a:gd name="connsiteY10" fmla="*/ 1774793 h 4025836"/>
              <a:gd name="connsiteX11" fmla="*/ 3550336 w 4501300"/>
              <a:gd name="connsiteY11" fmla="*/ 238125 h 4025836"/>
              <a:gd name="connsiteX12" fmla="*/ 3137809 w 4501300"/>
              <a:gd name="connsiteY12" fmla="*/ 0 h 40258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501300" h="4025836">
                <a:moveTo>
                  <a:pt x="3137809" y="0"/>
                </a:moveTo>
                <a:lnTo>
                  <a:pt x="1363396" y="0"/>
                </a:lnTo>
                <a:cubicBezTo>
                  <a:pt x="1193253" y="4"/>
                  <a:pt x="1036036" y="90776"/>
                  <a:pt x="950964" y="238125"/>
                </a:cubicBezTo>
                <a:lnTo>
                  <a:pt x="63805" y="1774793"/>
                </a:lnTo>
                <a:cubicBezTo>
                  <a:pt x="-21268" y="1922146"/>
                  <a:pt x="-21268" y="2103691"/>
                  <a:pt x="63805" y="2251043"/>
                </a:cubicBezTo>
                <a:lnTo>
                  <a:pt x="950964" y="3787712"/>
                </a:lnTo>
                <a:cubicBezTo>
                  <a:pt x="1036036" y="3935060"/>
                  <a:pt x="1193253" y="4025832"/>
                  <a:pt x="1363396" y="4025837"/>
                </a:cubicBezTo>
                <a:lnTo>
                  <a:pt x="3137809" y="4025837"/>
                </a:lnTo>
                <a:cubicBezTo>
                  <a:pt x="3307986" y="4025866"/>
                  <a:pt x="3465248" y="3935090"/>
                  <a:pt x="3550336" y="3787712"/>
                </a:cubicBezTo>
                <a:lnTo>
                  <a:pt x="4437495" y="2251043"/>
                </a:lnTo>
                <a:cubicBezTo>
                  <a:pt x="4522569" y="2103691"/>
                  <a:pt x="4522569" y="1922146"/>
                  <a:pt x="4437495" y="1774793"/>
                </a:cubicBezTo>
                <a:lnTo>
                  <a:pt x="3550336" y="238125"/>
                </a:lnTo>
                <a:cubicBezTo>
                  <a:pt x="3465248" y="90747"/>
                  <a:pt x="3307986" y="-30"/>
                  <a:pt x="3137809" y="0"/>
                </a:cubicBezTo>
                <a:close/>
              </a:path>
            </a:pathLst>
          </a:custGeom>
          <a:noFill/>
          <a:ln w="50800" cap="rnd">
            <a:gradFill>
              <a:gsLst>
                <a:gs pos="73000">
                  <a:srgbClr val="5D2884"/>
                </a:gs>
                <a:gs pos="33000">
                  <a:srgbClr val="210F2F"/>
                </a:gs>
                <a:gs pos="4000">
                  <a:srgbClr val="FEC26A"/>
                </a:gs>
                <a:gs pos="0">
                  <a:srgbClr val="C39BE1"/>
                </a:gs>
                <a:gs pos="86000">
                  <a:srgbClr val="2F1543"/>
                </a:gs>
                <a:gs pos="0">
                  <a:srgbClr val="2F1543"/>
                </a:gs>
              </a:gsLst>
              <a:lin ang="3600000" scaled="0"/>
            </a:gradFill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00"/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231FAB16-340C-0D25-DCE4-2BA696D4E36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019816" y="4424429"/>
            <a:ext cx="3568885" cy="3191915"/>
          </a:xfrm>
          <a:custGeom>
            <a:avLst/>
            <a:gdLst>
              <a:gd name="connsiteX0" fmla="*/ 1080978 w 3568885"/>
              <a:gd name="connsiteY0" fmla="*/ 1 h 3191915"/>
              <a:gd name="connsiteX1" fmla="*/ 2487832 w 3568885"/>
              <a:gd name="connsiteY1" fmla="*/ 1 h 3191915"/>
              <a:gd name="connsiteX2" fmla="*/ 2814907 w 3568885"/>
              <a:gd name="connsiteY2" fmla="*/ 188800 h 3191915"/>
              <a:gd name="connsiteX3" fmla="*/ 3518297 w 3568885"/>
              <a:gd name="connsiteY3" fmla="*/ 1407159 h 3191915"/>
              <a:gd name="connsiteX4" fmla="*/ 3518297 w 3568885"/>
              <a:gd name="connsiteY4" fmla="*/ 1784757 h 3191915"/>
              <a:gd name="connsiteX5" fmla="*/ 2814907 w 3568885"/>
              <a:gd name="connsiteY5" fmla="*/ 3003116 h 3191915"/>
              <a:gd name="connsiteX6" fmla="*/ 2487832 w 3568885"/>
              <a:gd name="connsiteY6" fmla="*/ 3191915 h 3191915"/>
              <a:gd name="connsiteX7" fmla="*/ 1080978 w 3568885"/>
              <a:gd name="connsiteY7" fmla="*/ 3191915 h 3191915"/>
              <a:gd name="connsiteX8" fmla="*/ 753978 w 3568885"/>
              <a:gd name="connsiteY8" fmla="*/ 3003116 h 3191915"/>
              <a:gd name="connsiteX9" fmla="*/ 50588 w 3568885"/>
              <a:gd name="connsiteY9" fmla="*/ 1784757 h 3191915"/>
              <a:gd name="connsiteX10" fmla="*/ 50588 w 3568885"/>
              <a:gd name="connsiteY10" fmla="*/ 1407159 h 3191915"/>
              <a:gd name="connsiteX11" fmla="*/ 753978 w 3568885"/>
              <a:gd name="connsiteY11" fmla="*/ 188800 h 3191915"/>
              <a:gd name="connsiteX12" fmla="*/ 1080978 w 3568885"/>
              <a:gd name="connsiteY12" fmla="*/ 1 h 31919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568885" h="3191915">
                <a:moveTo>
                  <a:pt x="1080978" y="1"/>
                </a:moveTo>
                <a:lnTo>
                  <a:pt x="2487832" y="1"/>
                </a:lnTo>
                <a:cubicBezTo>
                  <a:pt x="2622758" y="-23"/>
                  <a:pt x="2747445" y="71951"/>
                  <a:pt x="2814907" y="188800"/>
                </a:cubicBezTo>
                <a:lnTo>
                  <a:pt x="3518297" y="1407159"/>
                </a:lnTo>
                <a:cubicBezTo>
                  <a:pt x="3585748" y="1523988"/>
                  <a:pt x="3585748" y="1667928"/>
                  <a:pt x="3518297" y="1784757"/>
                </a:cubicBezTo>
                <a:lnTo>
                  <a:pt x="2814907" y="3003116"/>
                </a:lnTo>
                <a:cubicBezTo>
                  <a:pt x="2747445" y="3119966"/>
                  <a:pt x="2622758" y="3191938"/>
                  <a:pt x="2487832" y="3191915"/>
                </a:cubicBezTo>
                <a:lnTo>
                  <a:pt x="1080978" y="3191915"/>
                </a:lnTo>
                <a:cubicBezTo>
                  <a:pt x="946079" y="3191911"/>
                  <a:pt x="821428" y="3119942"/>
                  <a:pt x="753978" y="3003116"/>
                </a:cubicBezTo>
                <a:lnTo>
                  <a:pt x="50588" y="1784757"/>
                </a:lnTo>
                <a:cubicBezTo>
                  <a:pt x="-16862" y="1667928"/>
                  <a:pt x="-16862" y="1523988"/>
                  <a:pt x="50588" y="1407159"/>
                </a:cubicBezTo>
                <a:lnTo>
                  <a:pt x="753978" y="188800"/>
                </a:lnTo>
                <a:cubicBezTo>
                  <a:pt x="821428" y="71974"/>
                  <a:pt x="946079" y="4"/>
                  <a:pt x="1080978" y="1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2400"/>
            </a:lvl1pPr>
          </a:lstStyle>
          <a:p>
            <a:endParaRPr lang="en-US"/>
          </a:p>
        </p:txBody>
      </p:sp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4C343756-AED8-E461-DF7C-AC6C95ED722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359559" y="4424429"/>
            <a:ext cx="3568885" cy="3191915"/>
          </a:xfrm>
          <a:custGeom>
            <a:avLst/>
            <a:gdLst>
              <a:gd name="connsiteX0" fmla="*/ 1080977 w 3568885"/>
              <a:gd name="connsiteY0" fmla="*/ 1 h 3191915"/>
              <a:gd name="connsiteX1" fmla="*/ 2487832 w 3568885"/>
              <a:gd name="connsiteY1" fmla="*/ 1 h 3191915"/>
              <a:gd name="connsiteX2" fmla="*/ 2814907 w 3568885"/>
              <a:gd name="connsiteY2" fmla="*/ 188800 h 3191915"/>
              <a:gd name="connsiteX3" fmla="*/ 3518297 w 3568885"/>
              <a:gd name="connsiteY3" fmla="*/ 1407159 h 3191915"/>
              <a:gd name="connsiteX4" fmla="*/ 3518297 w 3568885"/>
              <a:gd name="connsiteY4" fmla="*/ 1784757 h 3191915"/>
              <a:gd name="connsiteX5" fmla="*/ 2814907 w 3568885"/>
              <a:gd name="connsiteY5" fmla="*/ 3003116 h 3191915"/>
              <a:gd name="connsiteX6" fmla="*/ 2487832 w 3568885"/>
              <a:gd name="connsiteY6" fmla="*/ 3191915 h 3191915"/>
              <a:gd name="connsiteX7" fmla="*/ 1080977 w 3568885"/>
              <a:gd name="connsiteY7" fmla="*/ 3191915 h 3191915"/>
              <a:gd name="connsiteX8" fmla="*/ 753978 w 3568885"/>
              <a:gd name="connsiteY8" fmla="*/ 3003116 h 3191915"/>
              <a:gd name="connsiteX9" fmla="*/ 50588 w 3568885"/>
              <a:gd name="connsiteY9" fmla="*/ 1784757 h 3191915"/>
              <a:gd name="connsiteX10" fmla="*/ 50588 w 3568885"/>
              <a:gd name="connsiteY10" fmla="*/ 1407159 h 3191915"/>
              <a:gd name="connsiteX11" fmla="*/ 753978 w 3568885"/>
              <a:gd name="connsiteY11" fmla="*/ 188800 h 3191915"/>
              <a:gd name="connsiteX12" fmla="*/ 1080977 w 3568885"/>
              <a:gd name="connsiteY12" fmla="*/ 1 h 31919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568885" h="3191915">
                <a:moveTo>
                  <a:pt x="1080977" y="1"/>
                </a:moveTo>
                <a:lnTo>
                  <a:pt x="2487832" y="1"/>
                </a:lnTo>
                <a:cubicBezTo>
                  <a:pt x="2622758" y="-23"/>
                  <a:pt x="2747444" y="71951"/>
                  <a:pt x="2814907" y="188800"/>
                </a:cubicBezTo>
                <a:lnTo>
                  <a:pt x="3518297" y="1407159"/>
                </a:lnTo>
                <a:cubicBezTo>
                  <a:pt x="3585748" y="1523988"/>
                  <a:pt x="3585748" y="1667928"/>
                  <a:pt x="3518297" y="1784757"/>
                </a:cubicBezTo>
                <a:lnTo>
                  <a:pt x="2814907" y="3003116"/>
                </a:lnTo>
                <a:cubicBezTo>
                  <a:pt x="2747444" y="3119966"/>
                  <a:pt x="2622758" y="3191938"/>
                  <a:pt x="2487832" y="3191915"/>
                </a:cubicBezTo>
                <a:lnTo>
                  <a:pt x="1080977" y="3191915"/>
                </a:lnTo>
                <a:cubicBezTo>
                  <a:pt x="946079" y="3191911"/>
                  <a:pt x="821428" y="3119942"/>
                  <a:pt x="753978" y="3003116"/>
                </a:cubicBezTo>
                <a:lnTo>
                  <a:pt x="50588" y="1784757"/>
                </a:lnTo>
                <a:cubicBezTo>
                  <a:pt x="-16862" y="1667928"/>
                  <a:pt x="-16862" y="1523988"/>
                  <a:pt x="50588" y="1407159"/>
                </a:cubicBezTo>
                <a:lnTo>
                  <a:pt x="753978" y="188800"/>
                </a:lnTo>
                <a:cubicBezTo>
                  <a:pt x="821428" y="71974"/>
                  <a:pt x="946079" y="4"/>
                  <a:pt x="1080977" y="1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2400"/>
            </a:lvl1pPr>
          </a:lstStyle>
          <a:p>
            <a:endParaRPr lang="en-US"/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0A7B4F3F-8DCE-5D27-68A7-10320960141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699301" y="4424428"/>
            <a:ext cx="3568885" cy="3191915"/>
          </a:xfrm>
          <a:custGeom>
            <a:avLst/>
            <a:gdLst>
              <a:gd name="connsiteX0" fmla="*/ 1080977 w 3568885"/>
              <a:gd name="connsiteY0" fmla="*/ 1 h 3191915"/>
              <a:gd name="connsiteX1" fmla="*/ 2487832 w 3568885"/>
              <a:gd name="connsiteY1" fmla="*/ 1 h 3191915"/>
              <a:gd name="connsiteX2" fmla="*/ 2814907 w 3568885"/>
              <a:gd name="connsiteY2" fmla="*/ 188800 h 3191915"/>
              <a:gd name="connsiteX3" fmla="*/ 3518297 w 3568885"/>
              <a:gd name="connsiteY3" fmla="*/ 1407159 h 3191915"/>
              <a:gd name="connsiteX4" fmla="*/ 3518297 w 3568885"/>
              <a:gd name="connsiteY4" fmla="*/ 1784757 h 3191915"/>
              <a:gd name="connsiteX5" fmla="*/ 2814907 w 3568885"/>
              <a:gd name="connsiteY5" fmla="*/ 3003116 h 3191915"/>
              <a:gd name="connsiteX6" fmla="*/ 2487832 w 3568885"/>
              <a:gd name="connsiteY6" fmla="*/ 3191915 h 3191915"/>
              <a:gd name="connsiteX7" fmla="*/ 1080977 w 3568885"/>
              <a:gd name="connsiteY7" fmla="*/ 3191915 h 3191915"/>
              <a:gd name="connsiteX8" fmla="*/ 753978 w 3568885"/>
              <a:gd name="connsiteY8" fmla="*/ 3003116 h 3191915"/>
              <a:gd name="connsiteX9" fmla="*/ 50588 w 3568885"/>
              <a:gd name="connsiteY9" fmla="*/ 1784757 h 3191915"/>
              <a:gd name="connsiteX10" fmla="*/ 50588 w 3568885"/>
              <a:gd name="connsiteY10" fmla="*/ 1407159 h 3191915"/>
              <a:gd name="connsiteX11" fmla="*/ 753978 w 3568885"/>
              <a:gd name="connsiteY11" fmla="*/ 188800 h 3191915"/>
              <a:gd name="connsiteX12" fmla="*/ 1080977 w 3568885"/>
              <a:gd name="connsiteY12" fmla="*/ 1 h 31919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568885" h="3191915">
                <a:moveTo>
                  <a:pt x="1080977" y="1"/>
                </a:moveTo>
                <a:lnTo>
                  <a:pt x="2487832" y="1"/>
                </a:lnTo>
                <a:cubicBezTo>
                  <a:pt x="2622758" y="-23"/>
                  <a:pt x="2747445" y="71951"/>
                  <a:pt x="2814907" y="188800"/>
                </a:cubicBezTo>
                <a:lnTo>
                  <a:pt x="3518297" y="1407159"/>
                </a:lnTo>
                <a:cubicBezTo>
                  <a:pt x="3585748" y="1523988"/>
                  <a:pt x="3585748" y="1667928"/>
                  <a:pt x="3518297" y="1784757"/>
                </a:cubicBezTo>
                <a:lnTo>
                  <a:pt x="2814907" y="3003116"/>
                </a:lnTo>
                <a:cubicBezTo>
                  <a:pt x="2747445" y="3119966"/>
                  <a:pt x="2622758" y="3191938"/>
                  <a:pt x="2487832" y="3191915"/>
                </a:cubicBezTo>
                <a:lnTo>
                  <a:pt x="1080977" y="3191915"/>
                </a:lnTo>
                <a:cubicBezTo>
                  <a:pt x="946078" y="3191911"/>
                  <a:pt x="821428" y="3119942"/>
                  <a:pt x="753978" y="3003116"/>
                </a:cubicBezTo>
                <a:lnTo>
                  <a:pt x="50588" y="1784757"/>
                </a:lnTo>
                <a:cubicBezTo>
                  <a:pt x="-16862" y="1667928"/>
                  <a:pt x="-16862" y="1523988"/>
                  <a:pt x="50588" y="1407159"/>
                </a:cubicBezTo>
                <a:lnTo>
                  <a:pt x="753978" y="188800"/>
                </a:lnTo>
                <a:cubicBezTo>
                  <a:pt x="821428" y="71974"/>
                  <a:pt x="946078" y="4"/>
                  <a:pt x="1080977" y="1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24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53036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4780502C-A212-56FD-8AF6-3CBCCDA2BAA4}"/>
              </a:ext>
            </a:extLst>
          </p:cNvPr>
          <p:cNvSpPr/>
          <p:nvPr userDrawn="1"/>
        </p:nvSpPr>
        <p:spPr>
          <a:xfrm>
            <a:off x="16795004" y="9180353"/>
            <a:ext cx="1212882" cy="809888"/>
          </a:xfrm>
          <a:prstGeom prst="roundRect">
            <a:avLst>
              <a:gd name="adj" fmla="val 50000"/>
            </a:avLst>
          </a:prstGeom>
          <a:gradFill>
            <a:gsLst>
              <a:gs pos="100000">
                <a:srgbClr val="2D1440"/>
              </a:gs>
              <a:gs pos="0">
                <a:srgbClr val="040206">
                  <a:alpha val="85000"/>
                </a:srgbClr>
              </a:gs>
            </a:gsLst>
            <a:lin ang="3600000" scaled="0"/>
          </a:gradFill>
          <a:ln w="25400" cap="rnd">
            <a:gradFill>
              <a:gsLst>
                <a:gs pos="73000">
                  <a:srgbClr val="5D2884"/>
                </a:gs>
                <a:gs pos="33000">
                  <a:srgbClr val="210F2F"/>
                </a:gs>
                <a:gs pos="4000">
                  <a:srgbClr val="C39BE1"/>
                </a:gs>
                <a:gs pos="0">
                  <a:srgbClr val="C39BE1"/>
                </a:gs>
                <a:gs pos="86000">
                  <a:srgbClr val="2F1543"/>
                </a:gs>
                <a:gs pos="0">
                  <a:srgbClr val="2F1543"/>
                </a:gs>
              </a:gsLst>
              <a:lin ang="4800000" scaled="0"/>
            </a:gra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5342F59A-9920-AF80-E2D5-2E774DC04C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3589160" y="9298374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gradFill>
                  <a:gsLst>
                    <a:gs pos="0">
                      <a:srgbClr val="9FFFFF"/>
                    </a:gs>
                    <a:gs pos="50000">
                      <a:srgbClr val="D181FF"/>
                    </a:gs>
                    <a:gs pos="100000">
                      <a:srgbClr val="FEC26A"/>
                    </a:gs>
                  </a:gsLst>
                  <a:lin ang="21000000" scaled="0"/>
                </a:gradFill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fld id="{548DC41A-E892-4CAF-B53C-4BCD571507F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Freeform: Shape 8">
            <a:extLst>
              <a:ext uri="{FF2B5EF4-FFF2-40B4-BE49-F238E27FC236}">
                <a16:creationId xmlns:a16="http://schemas.microsoft.com/office/drawing/2014/main" id="{8CC3AE59-A6D6-3CD3-49A0-5F90D804BA66}"/>
              </a:ext>
            </a:extLst>
          </p:cNvPr>
          <p:cNvSpPr/>
          <p:nvPr userDrawn="1"/>
        </p:nvSpPr>
        <p:spPr>
          <a:xfrm>
            <a:off x="10376187" y="1581010"/>
            <a:ext cx="2941412" cy="3288798"/>
          </a:xfrm>
          <a:prstGeom prst="roundRect">
            <a:avLst/>
          </a:prstGeom>
          <a:gradFill>
            <a:gsLst>
              <a:gs pos="100000">
                <a:srgbClr val="DFCAEE">
                  <a:alpha val="10000"/>
                </a:srgbClr>
              </a:gs>
              <a:gs pos="0">
                <a:srgbClr val="06030A">
                  <a:alpha val="10000"/>
                </a:srgbClr>
              </a:gs>
            </a:gsLst>
            <a:lin ang="5400000" scaled="0"/>
          </a:gradFill>
          <a:ln w="19050" cap="rnd">
            <a:gradFill>
              <a:gsLst>
                <a:gs pos="0">
                  <a:srgbClr val="FEC26A"/>
                </a:gs>
                <a:gs pos="33000">
                  <a:srgbClr val="584E62"/>
                </a:gs>
              </a:gsLst>
              <a:lin ang="3000000" scaled="0"/>
            </a:gradFill>
            <a:round/>
          </a:ln>
          <a:effectLst>
            <a:outerShdw blurRad="711200" dist="127000" dir="5400000" sx="97000" sy="97000" algn="t" rotWithShape="0">
              <a:srgbClr val="FEC26A">
                <a:alpha val="3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"/>
          </a:p>
        </p:txBody>
      </p:sp>
      <p:sp>
        <p:nvSpPr>
          <p:cNvPr id="6" name="Freeform: Shape 13">
            <a:extLst>
              <a:ext uri="{FF2B5EF4-FFF2-40B4-BE49-F238E27FC236}">
                <a16:creationId xmlns:a16="http://schemas.microsoft.com/office/drawing/2014/main" id="{2196DE3A-C780-1002-D00D-3C4EFFD829B6}"/>
              </a:ext>
            </a:extLst>
          </p:cNvPr>
          <p:cNvSpPr/>
          <p:nvPr userDrawn="1"/>
        </p:nvSpPr>
        <p:spPr>
          <a:xfrm>
            <a:off x="13807360" y="1581010"/>
            <a:ext cx="2941412" cy="3288798"/>
          </a:xfrm>
          <a:prstGeom prst="roundRect">
            <a:avLst/>
          </a:prstGeom>
          <a:gradFill>
            <a:gsLst>
              <a:gs pos="100000">
                <a:srgbClr val="DFCAEE">
                  <a:alpha val="10000"/>
                </a:srgbClr>
              </a:gs>
              <a:gs pos="0">
                <a:srgbClr val="06030A">
                  <a:alpha val="10000"/>
                </a:srgbClr>
              </a:gs>
            </a:gsLst>
            <a:lin ang="5400000" scaled="0"/>
          </a:gradFill>
          <a:ln w="19050" cap="rnd">
            <a:gradFill>
              <a:gsLst>
                <a:gs pos="0">
                  <a:srgbClr val="D181FF"/>
                </a:gs>
                <a:gs pos="33000">
                  <a:srgbClr val="584E62"/>
                </a:gs>
              </a:gsLst>
              <a:lin ang="3000000" scaled="0"/>
            </a:gradFill>
            <a:round/>
          </a:ln>
          <a:effectLst>
            <a:outerShdw blurRad="711200" dist="127000" dir="5400000" sx="97000" sy="97000" algn="t" rotWithShape="0">
              <a:srgbClr val="D181FF">
                <a:alpha val="3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"/>
          </a:p>
        </p:txBody>
      </p:sp>
      <p:sp>
        <p:nvSpPr>
          <p:cNvPr id="8" name="Freeform: Shape 16">
            <a:extLst>
              <a:ext uri="{FF2B5EF4-FFF2-40B4-BE49-F238E27FC236}">
                <a16:creationId xmlns:a16="http://schemas.microsoft.com/office/drawing/2014/main" id="{D77FED00-B360-0DAA-C7E0-C1A698F6DA3B}"/>
              </a:ext>
            </a:extLst>
          </p:cNvPr>
          <p:cNvSpPr/>
          <p:nvPr userDrawn="1"/>
        </p:nvSpPr>
        <p:spPr>
          <a:xfrm>
            <a:off x="10376187" y="5417193"/>
            <a:ext cx="2941412" cy="3288798"/>
          </a:xfrm>
          <a:prstGeom prst="roundRect">
            <a:avLst/>
          </a:prstGeom>
          <a:gradFill>
            <a:gsLst>
              <a:gs pos="100000">
                <a:srgbClr val="DFCAEE">
                  <a:alpha val="10000"/>
                </a:srgbClr>
              </a:gs>
              <a:gs pos="0">
                <a:srgbClr val="06030A">
                  <a:alpha val="10000"/>
                </a:srgbClr>
              </a:gs>
            </a:gsLst>
            <a:lin ang="5400000" scaled="0"/>
          </a:gradFill>
          <a:ln w="19050" cap="rnd">
            <a:gradFill>
              <a:gsLst>
                <a:gs pos="0">
                  <a:srgbClr val="9FFFFF"/>
                </a:gs>
                <a:gs pos="33000">
                  <a:srgbClr val="584E62"/>
                </a:gs>
              </a:gsLst>
              <a:lin ang="3000000" scaled="0"/>
            </a:gradFill>
            <a:round/>
          </a:ln>
          <a:effectLst>
            <a:outerShdw blurRad="711200" dist="127000" dir="5400000" sx="97000" sy="97000" algn="t" rotWithShape="0">
              <a:srgbClr val="9FFFFF">
                <a:alpha val="3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"/>
          </a:p>
        </p:txBody>
      </p:sp>
      <p:sp>
        <p:nvSpPr>
          <p:cNvPr id="11" name="Freeform: Shape 19">
            <a:extLst>
              <a:ext uri="{FF2B5EF4-FFF2-40B4-BE49-F238E27FC236}">
                <a16:creationId xmlns:a16="http://schemas.microsoft.com/office/drawing/2014/main" id="{11312DB4-DF1B-827A-F210-D1383E19CEBD}"/>
              </a:ext>
            </a:extLst>
          </p:cNvPr>
          <p:cNvSpPr/>
          <p:nvPr userDrawn="1"/>
        </p:nvSpPr>
        <p:spPr>
          <a:xfrm>
            <a:off x="13807360" y="5417193"/>
            <a:ext cx="2941412" cy="3288798"/>
          </a:xfrm>
          <a:prstGeom prst="roundRect">
            <a:avLst/>
          </a:prstGeom>
          <a:gradFill>
            <a:gsLst>
              <a:gs pos="100000">
                <a:srgbClr val="DFCAEE">
                  <a:alpha val="10000"/>
                </a:srgbClr>
              </a:gs>
              <a:gs pos="0">
                <a:srgbClr val="06030A">
                  <a:alpha val="10000"/>
                </a:srgbClr>
              </a:gs>
            </a:gsLst>
            <a:lin ang="5400000" scaled="0"/>
          </a:gradFill>
          <a:ln w="19050" cap="rnd">
            <a:gradFill>
              <a:gsLst>
                <a:gs pos="0">
                  <a:srgbClr val="92D050"/>
                </a:gs>
                <a:gs pos="33000">
                  <a:srgbClr val="584E62"/>
                </a:gs>
              </a:gsLst>
              <a:lin ang="3000000" scaled="0"/>
            </a:gradFill>
            <a:round/>
          </a:ln>
          <a:effectLst>
            <a:outerShdw blurRad="711200" dist="127000" dir="5400000" sx="97000" sy="97000" algn="t" rotWithShape="0">
              <a:srgbClr val="92D050">
                <a:alpha val="3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5F0756F3-0104-9213-0BBF-6ED1940F9FE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620165" y="1853802"/>
            <a:ext cx="2453456" cy="2743214"/>
          </a:xfrm>
          <a:custGeom>
            <a:avLst/>
            <a:gdLst>
              <a:gd name="connsiteX0" fmla="*/ 408918 w 2453456"/>
              <a:gd name="connsiteY0" fmla="*/ 0 h 2743214"/>
              <a:gd name="connsiteX1" fmla="*/ 2044538 w 2453456"/>
              <a:gd name="connsiteY1" fmla="*/ 0 h 2743214"/>
              <a:gd name="connsiteX2" fmla="*/ 2453456 w 2453456"/>
              <a:gd name="connsiteY2" fmla="*/ 408918 h 2743214"/>
              <a:gd name="connsiteX3" fmla="*/ 2453456 w 2453456"/>
              <a:gd name="connsiteY3" fmla="*/ 2334296 h 2743214"/>
              <a:gd name="connsiteX4" fmla="*/ 2044538 w 2453456"/>
              <a:gd name="connsiteY4" fmla="*/ 2743214 h 2743214"/>
              <a:gd name="connsiteX5" fmla="*/ 408918 w 2453456"/>
              <a:gd name="connsiteY5" fmla="*/ 2743214 h 2743214"/>
              <a:gd name="connsiteX6" fmla="*/ 0 w 2453456"/>
              <a:gd name="connsiteY6" fmla="*/ 2334296 h 2743214"/>
              <a:gd name="connsiteX7" fmla="*/ 0 w 2453456"/>
              <a:gd name="connsiteY7" fmla="*/ 408918 h 2743214"/>
              <a:gd name="connsiteX8" fmla="*/ 408918 w 2453456"/>
              <a:gd name="connsiteY8" fmla="*/ 0 h 2743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53456" h="2743214">
                <a:moveTo>
                  <a:pt x="408918" y="0"/>
                </a:moveTo>
                <a:lnTo>
                  <a:pt x="2044538" y="0"/>
                </a:lnTo>
                <a:cubicBezTo>
                  <a:pt x="2270377" y="0"/>
                  <a:pt x="2453456" y="183079"/>
                  <a:pt x="2453456" y="408918"/>
                </a:cubicBezTo>
                <a:lnTo>
                  <a:pt x="2453456" y="2334296"/>
                </a:lnTo>
                <a:cubicBezTo>
                  <a:pt x="2453456" y="2560135"/>
                  <a:pt x="2270377" y="2743214"/>
                  <a:pt x="2044538" y="2743214"/>
                </a:cubicBezTo>
                <a:lnTo>
                  <a:pt x="408918" y="2743214"/>
                </a:lnTo>
                <a:cubicBezTo>
                  <a:pt x="183079" y="2743214"/>
                  <a:pt x="0" y="2560135"/>
                  <a:pt x="0" y="2334296"/>
                </a:cubicBezTo>
                <a:lnTo>
                  <a:pt x="0" y="408918"/>
                </a:lnTo>
                <a:cubicBezTo>
                  <a:pt x="0" y="183079"/>
                  <a:pt x="183079" y="0"/>
                  <a:pt x="408918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2400"/>
            </a:lvl1pPr>
          </a:lstStyle>
          <a:p>
            <a:endParaRPr lang="en-US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EBD94878-ED3F-B5EB-7780-5142D1910EA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4051338" y="1853802"/>
            <a:ext cx="2453456" cy="2743214"/>
          </a:xfrm>
          <a:custGeom>
            <a:avLst/>
            <a:gdLst>
              <a:gd name="connsiteX0" fmla="*/ 408918 w 2453456"/>
              <a:gd name="connsiteY0" fmla="*/ 0 h 2743214"/>
              <a:gd name="connsiteX1" fmla="*/ 2044538 w 2453456"/>
              <a:gd name="connsiteY1" fmla="*/ 0 h 2743214"/>
              <a:gd name="connsiteX2" fmla="*/ 2453456 w 2453456"/>
              <a:gd name="connsiteY2" fmla="*/ 408918 h 2743214"/>
              <a:gd name="connsiteX3" fmla="*/ 2453456 w 2453456"/>
              <a:gd name="connsiteY3" fmla="*/ 2334296 h 2743214"/>
              <a:gd name="connsiteX4" fmla="*/ 2044538 w 2453456"/>
              <a:gd name="connsiteY4" fmla="*/ 2743214 h 2743214"/>
              <a:gd name="connsiteX5" fmla="*/ 408918 w 2453456"/>
              <a:gd name="connsiteY5" fmla="*/ 2743214 h 2743214"/>
              <a:gd name="connsiteX6" fmla="*/ 0 w 2453456"/>
              <a:gd name="connsiteY6" fmla="*/ 2334296 h 2743214"/>
              <a:gd name="connsiteX7" fmla="*/ 0 w 2453456"/>
              <a:gd name="connsiteY7" fmla="*/ 408918 h 2743214"/>
              <a:gd name="connsiteX8" fmla="*/ 408918 w 2453456"/>
              <a:gd name="connsiteY8" fmla="*/ 0 h 2743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53456" h="2743214">
                <a:moveTo>
                  <a:pt x="408918" y="0"/>
                </a:moveTo>
                <a:lnTo>
                  <a:pt x="2044538" y="0"/>
                </a:lnTo>
                <a:cubicBezTo>
                  <a:pt x="2270377" y="0"/>
                  <a:pt x="2453456" y="183079"/>
                  <a:pt x="2453456" y="408918"/>
                </a:cubicBezTo>
                <a:lnTo>
                  <a:pt x="2453456" y="2334296"/>
                </a:lnTo>
                <a:cubicBezTo>
                  <a:pt x="2453456" y="2560135"/>
                  <a:pt x="2270377" y="2743214"/>
                  <a:pt x="2044538" y="2743214"/>
                </a:cubicBezTo>
                <a:lnTo>
                  <a:pt x="408918" y="2743214"/>
                </a:lnTo>
                <a:cubicBezTo>
                  <a:pt x="183079" y="2743214"/>
                  <a:pt x="0" y="2560135"/>
                  <a:pt x="0" y="2334296"/>
                </a:cubicBezTo>
                <a:lnTo>
                  <a:pt x="0" y="408918"/>
                </a:lnTo>
                <a:cubicBezTo>
                  <a:pt x="0" y="183079"/>
                  <a:pt x="183079" y="0"/>
                  <a:pt x="408918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2400"/>
            </a:lvl1pPr>
          </a:lstStyle>
          <a:p>
            <a:endParaRPr lang="en-US"/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858A507E-297C-C0DD-D522-F231DB48D8C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0620165" y="5689985"/>
            <a:ext cx="2453456" cy="2743214"/>
          </a:xfrm>
          <a:custGeom>
            <a:avLst/>
            <a:gdLst>
              <a:gd name="connsiteX0" fmla="*/ 408918 w 2453456"/>
              <a:gd name="connsiteY0" fmla="*/ 0 h 2743214"/>
              <a:gd name="connsiteX1" fmla="*/ 2044538 w 2453456"/>
              <a:gd name="connsiteY1" fmla="*/ 0 h 2743214"/>
              <a:gd name="connsiteX2" fmla="*/ 2453456 w 2453456"/>
              <a:gd name="connsiteY2" fmla="*/ 408918 h 2743214"/>
              <a:gd name="connsiteX3" fmla="*/ 2453456 w 2453456"/>
              <a:gd name="connsiteY3" fmla="*/ 2334296 h 2743214"/>
              <a:gd name="connsiteX4" fmla="*/ 2044538 w 2453456"/>
              <a:gd name="connsiteY4" fmla="*/ 2743214 h 2743214"/>
              <a:gd name="connsiteX5" fmla="*/ 408918 w 2453456"/>
              <a:gd name="connsiteY5" fmla="*/ 2743214 h 2743214"/>
              <a:gd name="connsiteX6" fmla="*/ 0 w 2453456"/>
              <a:gd name="connsiteY6" fmla="*/ 2334296 h 2743214"/>
              <a:gd name="connsiteX7" fmla="*/ 0 w 2453456"/>
              <a:gd name="connsiteY7" fmla="*/ 408918 h 2743214"/>
              <a:gd name="connsiteX8" fmla="*/ 408918 w 2453456"/>
              <a:gd name="connsiteY8" fmla="*/ 0 h 2743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53456" h="2743214">
                <a:moveTo>
                  <a:pt x="408918" y="0"/>
                </a:moveTo>
                <a:lnTo>
                  <a:pt x="2044538" y="0"/>
                </a:lnTo>
                <a:cubicBezTo>
                  <a:pt x="2270377" y="0"/>
                  <a:pt x="2453456" y="183079"/>
                  <a:pt x="2453456" y="408918"/>
                </a:cubicBezTo>
                <a:lnTo>
                  <a:pt x="2453456" y="2334296"/>
                </a:lnTo>
                <a:cubicBezTo>
                  <a:pt x="2453456" y="2560135"/>
                  <a:pt x="2270377" y="2743214"/>
                  <a:pt x="2044538" y="2743214"/>
                </a:cubicBezTo>
                <a:lnTo>
                  <a:pt x="408918" y="2743214"/>
                </a:lnTo>
                <a:cubicBezTo>
                  <a:pt x="183079" y="2743214"/>
                  <a:pt x="0" y="2560135"/>
                  <a:pt x="0" y="2334296"/>
                </a:cubicBezTo>
                <a:lnTo>
                  <a:pt x="0" y="408918"/>
                </a:lnTo>
                <a:cubicBezTo>
                  <a:pt x="0" y="183079"/>
                  <a:pt x="183079" y="0"/>
                  <a:pt x="408918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2400"/>
            </a:lvl1pPr>
          </a:lstStyle>
          <a:p>
            <a:endParaRPr lang="en-US"/>
          </a:p>
        </p:txBody>
      </p:sp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A141315F-9EC6-6A7F-E7CE-7058C669AF7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4051338" y="5689985"/>
            <a:ext cx="2453456" cy="2743214"/>
          </a:xfrm>
          <a:custGeom>
            <a:avLst/>
            <a:gdLst>
              <a:gd name="connsiteX0" fmla="*/ 408918 w 2453456"/>
              <a:gd name="connsiteY0" fmla="*/ 0 h 2743214"/>
              <a:gd name="connsiteX1" fmla="*/ 2044538 w 2453456"/>
              <a:gd name="connsiteY1" fmla="*/ 0 h 2743214"/>
              <a:gd name="connsiteX2" fmla="*/ 2453456 w 2453456"/>
              <a:gd name="connsiteY2" fmla="*/ 408918 h 2743214"/>
              <a:gd name="connsiteX3" fmla="*/ 2453456 w 2453456"/>
              <a:gd name="connsiteY3" fmla="*/ 2334296 h 2743214"/>
              <a:gd name="connsiteX4" fmla="*/ 2044538 w 2453456"/>
              <a:gd name="connsiteY4" fmla="*/ 2743214 h 2743214"/>
              <a:gd name="connsiteX5" fmla="*/ 408918 w 2453456"/>
              <a:gd name="connsiteY5" fmla="*/ 2743214 h 2743214"/>
              <a:gd name="connsiteX6" fmla="*/ 0 w 2453456"/>
              <a:gd name="connsiteY6" fmla="*/ 2334296 h 2743214"/>
              <a:gd name="connsiteX7" fmla="*/ 0 w 2453456"/>
              <a:gd name="connsiteY7" fmla="*/ 408918 h 2743214"/>
              <a:gd name="connsiteX8" fmla="*/ 408918 w 2453456"/>
              <a:gd name="connsiteY8" fmla="*/ 0 h 2743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53456" h="2743214">
                <a:moveTo>
                  <a:pt x="408918" y="0"/>
                </a:moveTo>
                <a:lnTo>
                  <a:pt x="2044538" y="0"/>
                </a:lnTo>
                <a:cubicBezTo>
                  <a:pt x="2270377" y="0"/>
                  <a:pt x="2453456" y="183079"/>
                  <a:pt x="2453456" y="408918"/>
                </a:cubicBezTo>
                <a:lnTo>
                  <a:pt x="2453456" y="2334296"/>
                </a:lnTo>
                <a:cubicBezTo>
                  <a:pt x="2453456" y="2560135"/>
                  <a:pt x="2270377" y="2743214"/>
                  <a:pt x="2044538" y="2743214"/>
                </a:cubicBezTo>
                <a:lnTo>
                  <a:pt x="408918" y="2743214"/>
                </a:lnTo>
                <a:cubicBezTo>
                  <a:pt x="183079" y="2743214"/>
                  <a:pt x="0" y="2560135"/>
                  <a:pt x="0" y="2334296"/>
                </a:cubicBezTo>
                <a:lnTo>
                  <a:pt x="0" y="408918"/>
                </a:lnTo>
                <a:cubicBezTo>
                  <a:pt x="0" y="183079"/>
                  <a:pt x="183079" y="0"/>
                  <a:pt x="408918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2400"/>
            </a:lvl1pPr>
          </a:lstStyle>
          <a:p>
            <a:endParaRPr lang="en-US"/>
          </a:p>
        </p:txBody>
      </p:sp>
      <p:sp>
        <p:nvSpPr>
          <p:cNvPr id="28" name="Picture Placeholder 27">
            <a:extLst>
              <a:ext uri="{FF2B5EF4-FFF2-40B4-BE49-F238E27FC236}">
                <a16:creationId xmlns:a16="http://schemas.microsoft.com/office/drawing/2014/main" id="{38A7540B-00BB-08DD-C120-9014EF2278D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-1" y="5427405"/>
            <a:ext cx="8229600" cy="4859594"/>
          </a:xfrm>
          <a:custGeom>
            <a:avLst/>
            <a:gdLst>
              <a:gd name="connsiteX0" fmla="*/ 1 w 8229600"/>
              <a:gd name="connsiteY0" fmla="*/ 0 h 4859594"/>
              <a:gd name="connsiteX1" fmla="*/ 825937 w 8229600"/>
              <a:gd name="connsiteY1" fmla="*/ 0 h 4859594"/>
              <a:gd name="connsiteX2" fmla="*/ 5456903 w 8229600"/>
              <a:gd name="connsiteY2" fmla="*/ 0 h 4859594"/>
              <a:gd name="connsiteX3" fmla="*/ 7403663 w 8229600"/>
              <a:gd name="connsiteY3" fmla="*/ 0 h 4859594"/>
              <a:gd name="connsiteX4" fmla="*/ 8229600 w 8229600"/>
              <a:gd name="connsiteY4" fmla="*/ 825937 h 4859594"/>
              <a:gd name="connsiteX5" fmla="*/ 8229600 w 8229600"/>
              <a:gd name="connsiteY5" fmla="*/ 4033657 h 4859594"/>
              <a:gd name="connsiteX6" fmla="*/ 8229599 w 8229600"/>
              <a:gd name="connsiteY6" fmla="*/ 4033667 h 4859594"/>
              <a:gd name="connsiteX7" fmla="*/ 8229599 w 8229600"/>
              <a:gd name="connsiteY7" fmla="*/ 4859593 h 4859594"/>
              <a:gd name="connsiteX8" fmla="*/ 7403683 w 8229600"/>
              <a:gd name="connsiteY8" fmla="*/ 4859593 h 4859594"/>
              <a:gd name="connsiteX9" fmla="*/ 7403663 w 8229600"/>
              <a:gd name="connsiteY9" fmla="*/ 4859594 h 4859594"/>
              <a:gd name="connsiteX10" fmla="*/ 5456903 w 8229600"/>
              <a:gd name="connsiteY10" fmla="*/ 4859594 h 4859594"/>
              <a:gd name="connsiteX11" fmla="*/ 825937 w 8229600"/>
              <a:gd name="connsiteY11" fmla="*/ 4859594 h 4859594"/>
              <a:gd name="connsiteX12" fmla="*/ 1 w 8229600"/>
              <a:gd name="connsiteY12" fmla="*/ 4859594 h 4859594"/>
              <a:gd name="connsiteX13" fmla="*/ 1 w 8229600"/>
              <a:gd name="connsiteY13" fmla="*/ 4033666 h 4859594"/>
              <a:gd name="connsiteX14" fmla="*/ 0 w 8229600"/>
              <a:gd name="connsiteY14" fmla="*/ 4033657 h 4859594"/>
              <a:gd name="connsiteX15" fmla="*/ 0 w 8229600"/>
              <a:gd name="connsiteY15" fmla="*/ 825937 h 4859594"/>
              <a:gd name="connsiteX16" fmla="*/ 1 w 8229600"/>
              <a:gd name="connsiteY16" fmla="*/ 825928 h 48595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8229600" h="4859594">
                <a:moveTo>
                  <a:pt x="1" y="0"/>
                </a:moveTo>
                <a:lnTo>
                  <a:pt x="825937" y="0"/>
                </a:lnTo>
                <a:lnTo>
                  <a:pt x="5456903" y="0"/>
                </a:lnTo>
                <a:lnTo>
                  <a:pt x="7403663" y="0"/>
                </a:lnTo>
                <a:cubicBezTo>
                  <a:pt x="7859815" y="0"/>
                  <a:pt x="8229600" y="369785"/>
                  <a:pt x="8229600" y="825937"/>
                </a:cubicBezTo>
                <a:lnTo>
                  <a:pt x="8229600" y="4033657"/>
                </a:lnTo>
                <a:lnTo>
                  <a:pt x="8229599" y="4033667"/>
                </a:lnTo>
                <a:lnTo>
                  <a:pt x="8229599" y="4859593"/>
                </a:lnTo>
                <a:lnTo>
                  <a:pt x="7403683" y="4859593"/>
                </a:lnTo>
                <a:lnTo>
                  <a:pt x="7403663" y="4859594"/>
                </a:lnTo>
                <a:lnTo>
                  <a:pt x="5456903" y="4859594"/>
                </a:lnTo>
                <a:lnTo>
                  <a:pt x="825937" y="4859594"/>
                </a:lnTo>
                <a:lnTo>
                  <a:pt x="1" y="4859594"/>
                </a:lnTo>
                <a:lnTo>
                  <a:pt x="1" y="4033666"/>
                </a:lnTo>
                <a:lnTo>
                  <a:pt x="0" y="4033657"/>
                </a:lnTo>
                <a:lnTo>
                  <a:pt x="0" y="825937"/>
                </a:lnTo>
                <a:lnTo>
                  <a:pt x="1" y="825928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24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365090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4780502C-A212-56FD-8AF6-3CBCCDA2BAA4}"/>
              </a:ext>
            </a:extLst>
          </p:cNvPr>
          <p:cNvSpPr/>
          <p:nvPr userDrawn="1"/>
        </p:nvSpPr>
        <p:spPr>
          <a:xfrm>
            <a:off x="16795004" y="9180353"/>
            <a:ext cx="1212882" cy="809888"/>
          </a:xfrm>
          <a:prstGeom prst="roundRect">
            <a:avLst>
              <a:gd name="adj" fmla="val 50000"/>
            </a:avLst>
          </a:prstGeom>
          <a:gradFill>
            <a:gsLst>
              <a:gs pos="100000">
                <a:srgbClr val="2D1440"/>
              </a:gs>
              <a:gs pos="0">
                <a:srgbClr val="040206">
                  <a:alpha val="85000"/>
                </a:srgbClr>
              </a:gs>
            </a:gsLst>
            <a:lin ang="3600000" scaled="0"/>
          </a:gradFill>
          <a:ln w="25400" cap="rnd">
            <a:gradFill>
              <a:gsLst>
                <a:gs pos="73000">
                  <a:srgbClr val="5D2884"/>
                </a:gs>
                <a:gs pos="33000">
                  <a:srgbClr val="210F2F"/>
                </a:gs>
                <a:gs pos="4000">
                  <a:srgbClr val="C39BE1"/>
                </a:gs>
                <a:gs pos="0">
                  <a:srgbClr val="C39BE1"/>
                </a:gs>
                <a:gs pos="86000">
                  <a:srgbClr val="2F1543"/>
                </a:gs>
                <a:gs pos="0">
                  <a:srgbClr val="2F1543"/>
                </a:gs>
              </a:gsLst>
              <a:lin ang="4800000" scaled="0"/>
            </a:gra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5342F59A-9920-AF80-E2D5-2E774DC04C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3589160" y="9298374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gradFill>
                  <a:gsLst>
                    <a:gs pos="0">
                      <a:srgbClr val="9FFFFF"/>
                    </a:gs>
                    <a:gs pos="50000">
                      <a:srgbClr val="D181FF"/>
                    </a:gs>
                    <a:gs pos="100000">
                      <a:srgbClr val="FEC26A"/>
                    </a:gs>
                  </a:gsLst>
                  <a:lin ang="21000000" scaled="0"/>
                </a:gradFill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fld id="{548DC41A-E892-4CAF-B53C-4BCD571507F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3C36908F-43F1-83F8-B25F-66C70FDD4FAA}"/>
              </a:ext>
            </a:extLst>
          </p:cNvPr>
          <p:cNvSpPr/>
          <p:nvPr userDrawn="1"/>
        </p:nvSpPr>
        <p:spPr>
          <a:xfrm>
            <a:off x="250615" y="253355"/>
            <a:ext cx="17757271" cy="9661858"/>
          </a:xfrm>
          <a:custGeom>
            <a:avLst/>
            <a:gdLst>
              <a:gd name="connsiteX0" fmla="*/ 2561423 w 17757271"/>
              <a:gd name="connsiteY0" fmla="*/ 0 h 9661858"/>
              <a:gd name="connsiteX1" fmla="*/ 6503906 w 17757271"/>
              <a:gd name="connsiteY1" fmla="*/ 0 h 9661858"/>
              <a:gd name="connsiteX2" fmla="*/ 6503906 w 17757271"/>
              <a:gd name="connsiteY2" fmla="*/ 0 h 9661858"/>
              <a:gd name="connsiteX3" fmla="*/ 8553480 w 17757271"/>
              <a:gd name="connsiteY3" fmla="*/ 0 h 9661858"/>
              <a:gd name="connsiteX4" fmla="*/ 15647393 w 17757271"/>
              <a:gd name="connsiteY4" fmla="*/ 0 h 9661858"/>
              <a:gd name="connsiteX5" fmla="*/ 17469377 w 17757271"/>
              <a:gd name="connsiteY5" fmla="*/ 0 h 9661858"/>
              <a:gd name="connsiteX6" fmla="*/ 17757271 w 17757271"/>
              <a:gd name="connsiteY6" fmla="*/ 287895 h 9661858"/>
              <a:gd name="connsiteX7" fmla="*/ 17757271 w 17757271"/>
              <a:gd name="connsiteY7" fmla="*/ 5337703 h 9661858"/>
              <a:gd name="connsiteX8" fmla="*/ 17757271 w 17757271"/>
              <a:gd name="connsiteY8" fmla="*/ 7599637 h 9661858"/>
              <a:gd name="connsiteX9" fmla="*/ 17757271 w 17757271"/>
              <a:gd name="connsiteY9" fmla="*/ 8269645 h 9661858"/>
              <a:gd name="connsiteX10" fmla="*/ 17747371 w 17757271"/>
              <a:gd name="connsiteY10" fmla="*/ 8301577 h 9661858"/>
              <a:gd name="connsiteX11" fmla="*/ 17391049 w 17757271"/>
              <a:gd name="connsiteY11" fmla="*/ 8537957 h 9661858"/>
              <a:gd name="connsiteX12" fmla="*/ 17384713 w 17757271"/>
              <a:gd name="connsiteY12" fmla="*/ 8537908 h 9661858"/>
              <a:gd name="connsiteX13" fmla="*/ 16973137 w 17757271"/>
              <a:gd name="connsiteY13" fmla="*/ 8537907 h 9661858"/>
              <a:gd name="connsiteX14" fmla="*/ 16244190 w 17757271"/>
              <a:gd name="connsiteY14" fmla="*/ 9257521 h 9661858"/>
              <a:gd name="connsiteX15" fmla="*/ 16244190 w 17757271"/>
              <a:gd name="connsiteY15" fmla="*/ 9268951 h 9661858"/>
              <a:gd name="connsiteX16" fmla="*/ 15863523 w 17757271"/>
              <a:gd name="connsiteY16" fmla="*/ 9661810 h 9661858"/>
              <a:gd name="connsiteX17" fmla="*/ 15857284 w 17757271"/>
              <a:gd name="connsiteY17" fmla="*/ 9661858 h 9661858"/>
              <a:gd name="connsiteX18" fmla="*/ 14176617 w 17757271"/>
              <a:gd name="connsiteY18" fmla="*/ 9661858 h 9661858"/>
              <a:gd name="connsiteX19" fmla="*/ 8612032 w 17757271"/>
              <a:gd name="connsiteY19" fmla="*/ 9661858 h 9661858"/>
              <a:gd name="connsiteX20" fmla="*/ 242600 w 17757271"/>
              <a:gd name="connsiteY20" fmla="*/ 9661858 h 9661858"/>
              <a:gd name="connsiteX21" fmla="*/ 0 w 17757271"/>
              <a:gd name="connsiteY21" fmla="*/ 9419258 h 9661858"/>
              <a:gd name="connsiteX22" fmla="*/ 0 w 17757271"/>
              <a:gd name="connsiteY22" fmla="*/ 2862357 h 9661858"/>
              <a:gd name="connsiteX23" fmla="*/ 4 w 17757271"/>
              <a:gd name="connsiteY23" fmla="*/ 2862340 h 9661858"/>
              <a:gd name="connsiteX24" fmla="*/ 4 w 17757271"/>
              <a:gd name="connsiteY24" fmla="*/ 1219104 h 9661858"/>
              <a:gd name="connsiteX25" fmla="*/ 286838 w 17757271"/>
              <a:gd name="connsiteY25" fmla="*/ 930441 h 9661858"/>
              <a:gd name="connsiteX26" fmla="*/ 293469 w 17757271"/>
              <a:gd name="connsiteY26" fmla="*/ 930496 h 9661858"/>
              <a:gd name="connsiteX27" fmla="*/ 309567 w 17757271"/>
              <a:gd name="connsiteY27" fmla="*/ 930496 h 9661858"/>
              <a:gd name="connsiteX28" fmla="*/ 1671641 w 17757271"/>
              <a:gd name="connsiteY28" fmla="*/ 930496 h 9661858"/>
              <a:gd name="connsiteX29" fmla="*/ 2304959 w 17757271"/>
              <a:gd name="connsiteY29" fmla="*/ 301846 h 9661858"/>
              <a:gd name="connsiteX30" fmla="*/ 2304959 w 17757271"/>
              <a:gd name="connsiteY30" fmla="*/ 292321 h 9661858"/>
              <a:gd name="connsiteX31" fmla="*/ 2528693 w 17757271"/>
              <a:gd name="connsiteY31" fmla="*/ 4087 h 96618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17757271" h="9661858">
                <a:moveTo>
                  <a:pt x="2561423" y="0"/>
                </a:moveTo>
                <a:lnTo>
                  <a:pt x="6503906" y="0"/>
                </a:lnTo>
                <a:lnTo>
                  <a:pt x="6503906" y="0"/>
                </a:lnTo>
                <a:lnTo>
                  <a:pt x="8553480" y="0"/>
                </a:lnTo>
                <a:lnTo>
                  <a:pt x="15647393" y="0"/>
                </a:lnTo>
                <a:lnTo>
                  <a:pt x="17469377" y="0"/>
                </a:lnTo>
                <a:cubicBezTo>
                  <a:pt x="17628377" y="0"/>
                  <a:pt x="17757271" y="128895"/>
                  <a:pt x="17757271" y="287895"/>
                </a:cubicBezTo>
                <a:lnTo>
                  <a:pt x="17757271" y="5337703"/>
                </a:lnTo>
                <a:lnTo>
                  <a:pt x="17757271" y="7599637"/>
                </a:lnTo>
                <a:lnTo>
                  <a:pt x="17757271" y="8269645"/>
                </a:lnTo>
                <a:lnTo>
                  <a:pt x="17747371" y="8301577"/>
                </a:lnTo>
                <a:cubicBezTo>
                  <a:pt x="17688703" y="8440431"/>
                  <a:pt x="17551271" y="8537897"/>
                  <a:pt x="17391049" y="8537957"/>
                </a:cubicBezTo>
                <a:cubicBezTo>
                  <a:pt x="17388937" y="8537958"/>
                  <a:pt x="17386825" y="8537941"/>
                  <a:pt x="17384713" y="8537908"/>
                </a:cubicBezTo>
                <a:lnTo>
                  <a:pt x="16973137" y="8537907"/>
                </a:lnTo>
                <a:cubicBezTo>
                  <a:pt x="16577281" y="8537907"/>
                  <a:pt x="16244000" y="8861757"/>
                  <a:pt x="16244190" y="9257521"/>
                </a:cubicBezTo>
                <a:cubicBezTo>
                  <a:pt x="16244190" y="9261331"/>
                  <a:pt x="16244190" y="9265141"/>
                  <a:pt x="16244190" y="9268951"/>
                </a:cubicBezTo>
                <a:cubicBezTo>
                  <a:pt x="16247557" y="9482554"/>
                  <a:pt x="16077127" y="9658443"/>
                  <a:pt x="15863523" y="9661810"/>
                </a:cubicBezTo>
                <a:cubicBezTo>
                  <a:pt x="15861443" y="9661842"/>
                  <a:pt x="15859364" y="9661858"/>
                  <a:pt x="15857284" y="9661858"/>
                </a:cubicBezTo>
                <a:lnTo>
                  <a:pt x="14176617" y="9661858"/>
                </a:lnTo>
                <a:lnTo>
                  <a:pt x="8612032" y="9661858"/>
                </a:lnTo>
                <a:lnTo>
                  <a:pt x="242600" y="9661858"/>
                </a:lnTo>
                <a:cubicBezTo>
                  <a:pt x="108616" y="9661858"/>
                  <a:pt x="0" y="9553242"/>
                  <a:pt x="0" y="9419258"/>
                </a:cubicBezTo>
                <a:lnTo>
                  <a:pt x="0" y="2862357"/>
                </a:lnTo>
                <a:lnTo>
                  <a:pt x="4" y="2862340"/>
                </a:lnTo>
                <a:lnTo>
                  <a:pt x="4" y="1219104"/>
                </a:lnTo>
                <a:cubicBezTo>
                  <a:pt x="-500" y="1060184"/>
                  <a:pt x="127919" y="930946"/>
                  <a:pt x="286838" y="930441"/>
                </a:cubicBezTo>
                <a:cubicBezTo>
                  <a:pt x="289050" y="930434"/>
                  <a:pt x="291259" y="930452"/>
                  <a:pt x="293469" y="930496"/>
                </a:cubicBezTo>
                <a:lnTo>
                  <a:pt x="309567" y="930496"/>
                </a:lnTo>
                <a:lnTo>
                  <a:pt x="1671641" y="930496"/>
                </a:lnTo>
                <a:cubicBezTo>
                  <a:pt x="2017399" y="930496"/>
                  <a:pt x="2307625" y="647604"/>
                  <a:pt x="2304959" y="301846"/>
                </a:cubicBezTo>
                <a:cubicBezTo>
                  <a:pt x="2304959" y="298703"/>
                  <a:pt x="2304959" y="295655"/>
                  <a:pt x="2304959" y="292321"/>
                </a:cubicBezTo>
                <a:cubicBezTo>
                  <a:pt x="2301645" y="152845"/>
                  <a:pt x="2397813" y="34125"/>
                  <a:pt x="2528693" y="4087"/>
                </a:cubicBezTo>
                <a:close/>
              </a:path>
            </a:pathLst>
          </a:custGeom>
          <a:gradFill flip="none" rotWithShape="1">
            <a:gsLst>
              <a:gs pos="52000">
                <a:srgbClr val="FEC26A">
                  <a:alpha val="21000"/>
                </a:srgbClr>
              </a:gs>
              <a:gs pos="77000">
                <a:srgbClr val="DFCAEE">
                  <a:alpha val="10000"/>
                </a:srgbClr>
              </a:gs>
              <a:gs pos="32000">
                <a:srgbClr val="DFCAEE">
                  <a:alpha val="10000"/>
                </a:srgbClr>
              </a:gs>
              <a:gs pos="0">
                <a:srgbClr val="D181FF">
                  <a:alpha val="14000"/>
                </a:srgbClr>
              </a:gs>
            </a:gsLst>
            <a:path path="circle">
              <a:fillToRect l="100000" t="100000"/>
            </a:path>
            <a:tileRect r="-100000" b="-100000"/>
          </a:gradFill>
          <a:ln w="25400" cap="rnd">
            <a:gradFill>
              <a:gsLst>
                <a:gs pos="23000">
                  <a:srgbClr val="36184D"/>
                </a:gs>
                <a:gs pos="35000">
                  <a:srgbClr val="5D2884"/>
                </a:gs>
                <a:gs pos="4000">
                  <a:srgbClr val="C39BE1"/>
                </a:gs>
                <a:gs pos="0">
                  <a:srgbClr val="C39BE1"/>
                </a:gs>
                <a:gs pos="86000">
                  <a:srgbClr val="2F1543"/>
                </a:gs>
              </a:gsLst>
              <a:lin ang="3600000" scaled="0"/>
            </a:gra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0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9A2E018-0673-3308-8582-97104848075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85749" y="654081"/>
            <a:ext cx="6677025" cy="8982075"/>
          </a:xfrm>
          <a:custGeom>
            <a:avLst/>
            <a:gdLst>
              <a:gd name="connsiteX0" fmla="*/ 2402396 w 6677025"/>
              <a:gd name="connsiteY0" fmla="*/ 0 h 8982075"/>
              <a:gd name="connsiteX1" fmla="*/ 6421851 w 6677025"/>
              <a:gd name="connsiteY1" fmla="*/ 0 h 8982075"/>
              <a:gd name="connsiteX2" fmla="*/ 6677025 w 6677025"/>
              <a:gd name="connsiteY2" fmla="*/ 255080 h 8982075"/>
              <a:gd name="connsiteX3" fmla="*/ 6677025 w 6677025"/>
              <a:gd name="connsiteY3" fmla="*/ 8742521 h 8982075"/>
              <a:gd name="connsiteX4" fmla="*/ 6437662 w 6677025"/>
              <a:gd name="connsiteY4" fmla="*/ 8982075 h 8982075"/>
              <a:gd name="connsiteX5" fmla="*/ 6437471 w 6677025"/>
              <a:gd name="connsiteY5" fmla="*/ 8982075 h 8982075"/>
              <a:gd name="connsiteX6" fmla="*/ 239459 w 6677025"/>
              <a:gd name="connsiteY6" fmla="*/ 8982075 h 8982075"/>
              <a:gd name="connsiteX7" fmla="*/ 0 w 6677025"/>
              <a:gd name="connsiteY7" fmla="*/ 8742521 h 8982075"/>
              <a:gd name="connsiteX8" fmla="*/ 0 w 6677025"/>
              <a:gd name="connsiteY8" fmla="*/ 1048798 h 8982075"/>
              <a:gd name="connsiteX9" fmla="*/ 118682 w 6677025"/>
              <a:gd name="connsiteY9" fmla="*/ 930116 h 8982075"/>
              <a:gd name="connsiteX10" fmla="*/ 1319879 w 6677025"/>
              <a:gd name="connsiteY10" fmla="*/ 930116 h 8982075"/>
              <a:gd name="connsiteX11" fmla="*/ 2015204 w 6677025"/>
              <a:gd name="connsiteY11" fmla="*/ 639318 h 8982075"/>
              <a:gd name="connsiteX12" fmla="*/ 2286286 w 6677025"/>
              <a:gd name="connsiteY12" fmla="*/ 101822 h 8982075"/>
              <a:gd name="connsiteX13" fmla="*/ 2402396 w 6677025"/>
              <a:gd name="connsiteY13" fmla="*/ 0 h 8982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6677025" h="8982075">
                <a:moveTo>
                  <a:pt x="2402396" y="0"/>
                </a:moveTo>
                <a:lnTo>
                  <a:pt x="6421851" y="0"/>
                </a:lnTo>
                <a:cubicBezTo>
                  <a:pt x="6562743" y="0"/>
                  <a:pt x="6676973" y="114188"/>
                  <a:pt x="6677025" y="255080"/>
                </a:cubicBezTo>
                <a:lnTo>
                  <a:pt x="6677025" y="8742521"/>
                </a:lnTo>
                <a:cubicBezTo>
                  <a:pt x="6677078" y="8874771"/>
                  <a:pt x="6569911" y="8982023"/>
                  <a:pt x="6437662" y="8982075"/>
                </a:cubicBezTo>
                <a:cubicBezTo>
                  <a:pt x="6437598" y="8982075"/>
                  <a:pt x="6437535" y="8982075"/>
                  <a:pt x="6437471" y="8982075"/>
                </a:cubicBezTo>
                <a:lnTo>
                  <a:pt x="239459" y="8982075"/>
                </a:lnTo>
                <a:cubicBezTo>
                  <a:pt x="107194" y="8982023"/>
                  <a:pt x="0" y="8874786"/>
                  <a:pt x="0" y="8742521"/>
                </a:cubicBezTo>
                <a:lnTo>
                  <a:pt x="0" y="1048798"/>
                </a:lnTo>
                <a:cubicBezTo>
                  <a:pt x="0" y="983252"/>
                  <a:pt x="53136" y="930116"/>
                  <a:pt x="118682" y="930116"/>
                </a:cubicBezTo>
                <a:lnTo>
                  <a:pt x="1319879" y="930116"/>
                </a:lnTo>
                <a:cubicBezTo>
                  <a:pt x="1580988" y="928937"/>
                  <a:pt x="1830998" y="824378"/>
                  <a:pt x="2015204" y="639318"/>
                </a:cubicBezTo>
                <a:cubicBezTo>
                  <a:pt x="2161009" y="493962"/>
                  <a:pt x="2256071" y="305475"/>
                  <a:pt x="2286286" y="101822"/>
                </a:cubicBezTo>
                <a:cubicBezTo>
                  <a:pt x="2294251" y="43713"/>
                  <a:pt x="2343744" y="310"/>
                  <a:pt x="2402396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24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06148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4780502C-A212-56FD-8AF6-3CBCCDA2BAA4}"/>
              </a:ext>
            </a:extLst>
          </p:cNvPr>
          <p:cNvSpPr/>
          <p:nvPr userDrawn="1"/>
        </p:nvSpPr>
        <p:spPr>
          <a:xfrm>
            <a:off x="16795004" y="9180353"/>
            <a:ext cx="1212882" cy="809888"/>
          </a:xfrm>
          <a:prstGeom prst="roundRect">
            <a:avLst>
              <a:gd name="adj" fmla="val 50000"/>
            </a:avLst>
          </a:prstGeom>
          <a:gradFill>
            <a:gsLst>
              <a:gs pos="100000">
                <a:srgbClr val="2D1440"/>
              </a:gs>
              <a:gs pos="0">
                <a:srgbClr val="040206">
                  <a:alpha val="85000"/>
                </a:srgbClr>
              </a:gs>
            </a:gsLst>
            <a:lin ang="3600000" scaled="0"/>
          </a:gradFill>
          <a:ln w="25400" cap="rnd">
            <a:gradFill>
              <a:gsLst>
                <a:gs pos="73000">
                  <a:srgbClr val="5D2884"/>
                </a:gs>
                <a:gs pos="33000">
                  <a:srgbClr val="210F2F"/>
                </a:gs>
                <a:gs pos="4000">
                  <a:srgbClr val="C39BE1"/>
                </a:gs>
                <a:gs pos="0">
                  <a:srgbClr val="C39BE1"/>
                </a:gs>
                <a:gs pos="86000">
                  <a:srgbClr val="2F1543"/>
                </a:gs>
                <a:gs pos="0">
                  <a:srgbClr val="2F1543"/>
                </a:gs>
              </a:gsLst>
              <a:lin ang="4800000" scaled="0"/>
            </a:gra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5342F59A-9920-AF80-E2D5-2E774DC04C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3589160" y="9298374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gradFill>
                  <a:gsLst>
                    <a:gs pos="0">
                      <a:srgbClr val="9FFFFF"/>
                    </a:gs>
                    <a:gs pos="50000">
                      <a:srgbClr val="D181FF"/>
                    </a:gs>
                    <a:gs pos="100000">
                      <a:srgbClr val="FEC26A"/>
                    </a:gs>
                  </a:gsLst>
                  <a:lin ang="21000000" scaled="0"/>
                </a:gradFill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fld id="{548DC41A-E892-4CAF-B53C-4BCD571507F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4DEAD70A-45D5-A7DB-BCCC-540C5CE81B8C}"/>
              </a:ext>
            </a:extLst>
          </p:cNvPr>
          <p:cNvSpPr/>
          <p:nvPr userDrawn="1"/>
        </p:nvSpPr>
        <p:spPr>
          <a:xfrm>
            <a:off x="3281582" y="1015412"/>
            <a:ext cx="5024218" cy="4379946"/>
          </a:xfrm>
          <a:prstGeom prst="roundRect">
            <a:avLst>
              <a:gd name="adj" fmla="val 14109"/>
            </a:avLst>
          </a:prstGeom>
          <a:gradFill>
            <a:gsLst>
              <a:gs pos="100000">
                <a:srgbClr val="DFCAEE">
                  <a:alpha val="10000"/>
                </a:srgbClr>
              </a:gs>
              <a:gs pos="0">
                <a:srgbClr val="06030A">
                  <a:alpha val="10000"/>
                </a:srgbClr>
              </a:gs>
            </a:gsLst>
            <a:lin ang="5400000" scaled="0"/>
          </a:gradFill>
          <a:ln w="19050" cap="rnd">
            <a:gradFill>
              <a:gsLst>
                <a:gs pos="0">
                  <a:srgbClr val="9FFFFF"/>
                </a:gs>
                <a:gs pos="33000">
                  <a:srgbClr val="584E62"/>
                </a:gs>
              </a:gsLst>
              <a:lin ang="3000000" scaled="0"/>
            </a:gradFill>
            <a:round/>
          </a:ln>
          <a:effectLst>
            <a:outerShdw blurRad="711200" dist="127000" dir="5400000" sx="97000" sy="97000" algn="t" rotWithShape="0">
              <a:srgbClr val="9FFFFF">
                <a:alpha val="3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7169C7B-10E3-6A1C-3A03-EA2252A19A82}"/>
              </a:ext>
            </a:extLst>
          </p:cNvPr>
          <p:cNvSpPr/>
          <p:nvPr userDrawn="1"/>
        </p:nvSpPr>
        <p:spPr>
          <a:xfrm>
            <a:off x="5512274" y="5623011"/>
            <a:ext cx="4185270" cy="3648578"/>
          </a:xfrm>
          <a:prstGeom prst="roundRect">
            <a:avLst>
              <a:gd name="adj" fmla="val 13761"/>
            </a:avLst>
          </a:prstGeom>
          <a:gradFill>
            <a:gsLst>
              <a:gs pos="100000">
                <a:srgbClr val="DFCAEE">
                  <a:alpha val="10000"/>
                </a:srgbClr>
              </a:gs>
              <a:gs pos="0">
                <a:srgbClr val="06030A">
                  <a:alpha val="10000"/>
                </a:srgbClr>
              </a:gs>
            </a:gsLst>
            <a:lin ang="5400000" scaled="0"/>
          </a:gradFill>
          <a:ln w="19050" cap="rnd">
            <a:gradFill>
              <a:gsLst>
                <a:gs pos="0">
                  <a:srgbClr val="D181FF"/>
                </a:gs>
                <a:gs pos="33000">
                  <a:srgbClr val="584E62"/>
                </a:gs>
              </a:gsLst>
              <a:lin ang="3000000" scaled="0"/>
            </a:gradFill>
            <a:round/>
          </a:ln>
          <a:effectLst>
            <a:outerShdw blurRad="711200" dist="127000" dir="5400000" sx="97000" sy="97000" algn="t" rotWithShape="0">
              <a:srgbClr val="D181FF">
                <a:alpha val="3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5727C79-0EE8-D798-D2FA-ED4B2EC5C9DD}"/>
              </a:ext>
            </a:extLst>
          </p:cNvPr>
          <p:cNvSpPr/>
          <p:nvPr userDrawn="1"/>
        </p:nvSpPr>
        <p:spPr>
          <a:xfrm>
            <a:off x="1910529" y="5796166"/>
            <a:ext cx="3247092" cy="2830706"/>
          </a:xfrm>
          <a:prstGeom prst="roundRect">
            <a:avLst>
              <a:gd name="adj" fmla="val 13761"/>
            </a:avLst>
          </a:prstGeom>
          <a:gradFill>
            <a:gsLst>
              <a:gs pos="100000">
                <a:srgbClr val="DFCAEE">
                  <a:alpha val="10000"/>
                </a:srgbClr>
              </a:gs>
              <a:gs pos="0">
                <a:srgbClr val="06030A">
                  <a:alpha val="10000"/>
                </a:srgbClr>
              </a:gs>
            </a:gsLst>
            <a:lin ang="5400000" scaled="0"/>
          </a:gradFill>
          <a:ln w="19050" cap="rnd">
            <a:gradFill>
              <a:gsLst>
                <a:gs pos="0">
                  <a:srgbClr val="FEC274"/>
                </a:gs>
                <a:gs pos="33000">
                  <a:srgbClr val="584E62"/>
                </a:gs>
              </a:gsLst>
              <a:lin ang="3000000" scaled="0"/>
            </a:gradFill>
            <a:round/>
          </a:ln>
          <a:effectLst>
            <a:outerShdw blurRad="711200" dist="127000" dir="5400000" sx="97000" sy="97000" algn="t" rotWithShape="0">
              <a:srgbClr val="FEC274">
                <a:alpha val="3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44F37076-57A9-CEB9-B49F-4C827C5AB50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4076" y="1235529"/>
            <a:ext cx="4519229" cy="3939713"/>
          </a:xfrm>
          <a:custGeom>
            <a:avLst/>
            <a:gdLst>
              <a:gd name="connsiteX0" fmla="*/ 455619 w 4519229"/>
              <a:gd name="connsiteY0" fmla="*/ 0 h 3939713"/>
              <a:gd name="connsiteX1" fmla="*/ 4063610 w 4519229"/>
              <a:gd name="connsiteY1" fmla="*/ 0 h 3939713"/>
              <a:gd name="connsiteX2" fmla="*/ 4155426 w 4519229"/>
              <a:gd name="connsiteY2" fmla="*/ 9256 h 3939713"/>
              <a:gd name="connsiteX3" fmla="*/ 4519229 w 4519229"/>
              <a:gd name="connsiteY3" fmla="*/ 455627 h 3939713"/>
              <a:gd name="connsiteX4" fmla="*/ 4519229 w 4519229"/>
              <a:gd name="connsiteY4" fmla="*/ 3484085 h 3939713"/>
              <a:gd name="connsiteX5" fmla="*/ 4063601 w 4519229"/>
              <a:gd name="connsiteY5" fmla="*/ 3939713 h 3939713"/>
              <a:gd name="connsiteX6" fmla="*/ 455627 w 4519229"/>
              <a:gd name="connsiteY6" fmla="*/ 3939713 h 3939713"/>
              <a:gd name="connsiteX7" fmla="*/ 9256 w 4519229"/>
              <a:gd name="connsiteY7" fmla="*/ 3575910 h 3939713"/>
              <a:gd name="connsiteX8" fmla="*/ 0 w 4519229"/>
              <a:gd name="connsiteY8" fmla="*/ 3484095 h 3939713"/>
              <a:gd name="connsiteX9" fmla="*/ 0 w 4519229"/>
              <a:gd name="connsiteY9" fmla="*/ 455618 h 3939713"/>
              <a:gd name="connsiteX10" fmla="*/ 9256 w 4519229"/>
              <a:gd name="connsiteY10" fmla="*/ 363802 h 3939713"/>
              <a:gd name="connsiteX11" fmla="*/ 363803 w 4519229"/>
              <a:gd name="connsiteY11" fmla="*/ 9256 h 3939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519229" h="3939713">
                <a:moveTo>
                  <a:pt x="455619" y="0"/>
                </a:moveTo>
                <a:lnTo>
                  <a:pt x="4063610" y="0"/>
                </a:lnTo>
                <a:lnTo>
                  <a:pt x="4155426" y="9256"/>
                </a:lnTo>
                <a:cubicBezTo>
                  <a:pt x="4363048" y="51742"/>
                  <a:pt x="4519229" y="235446"/>
                  <a:pt x="4519229" y="455627"/>
                </a:cubicBezTo>
                <a:lnTo>
                  <a:pt x="4519229" y="3484085"/>
                </a:lnTo>
                <a:cubicBezTo>
                  <a:pt x="4519229" y="3735721"/>
                  <a:pt x="4315237" y="3939713"/>
                  <a:pt x="4063601" y="3939713"/>
                </a:cubicBezTo>
                <a:lnTo>
                  <a:pt x="455627" y="3939713"/>
                </a:lnTo>
                <a:cubicBezTo>
                  <a:pt x="235446" y="3939713"/>
                  <a:pt x="51742" y="3783532"/>
                  <a:pt x="9256" y="3575910"/>
                </a:cubicBezTo>
                <a:lnTo>
                  <a:pt x="0" y="3484095"/>
                </a:lnTo>
                <a:lnTo>
                  <a:pt x="0" y="455618"/>
                </a:lnTo>
                <a:lnTo>
                  <a:pt x="9256" y="363802"/>
                </a:lnTo>
                <a:cubicBezTo>
                  <a:pt x="45672" y="185841"/>
                  <a:pt x="185841" y="45672"/>
                  <a:pt x="363803" y="9256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2400"/>
            </a:lvl1pPr>
          </a:lstStyle>
          <a:p>
            <a:endParaRPr lang="en-US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56B881D0-95C8-9123-BE01-8B69DA55E5D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069019" y="5934332"/>
            <a:ext cx="2930112" cy="2554374"/>
          </a:xfrm>
          <a:custGeom>
            <a:avLst/>
            <a:gdLst>
              <a:gd name="connsiteX0" fmla="*/ 295413 w 2930112"/>
              <a:gd name="connsiteY0" fmla="*/ 0 h 2554374"/>
              <a:gd name="connsiteX1" fmla="*/ 2634699 w 2930112"/>
              <a:gd name="connsiteY1" fmla="*/ 0 h 2554374"/>
              <a:gd name="connsiteX2" fmla="*/ 2930112 w 2930112"/>
              <a:gd name="connsiteY2" fmla="*/ 295413 h 2554374"/>
              <a:gd name="connsiteX3" fmla="*/ 2930112 w 2930112"/>
              <a:gd name="connsiteY3" fmla="*/ 2258961 h 2554374"/>
              <a:gd name="connsiteX4" fmla="*/ 2634699 w 2930112"/>
              <a:gd name="connsiteY4" fmla="*/ 2554374 h 2554374"/>
              <a:gd name="connsiteX5" fmla="*/ 295413 w 2930112"/>
              <a:gd name="connsiteY5" fmla="*/ 2554374 h 2554374"/>
              <a:gd name="connsiteX6" fmla="*/ 0 w 2930112"/>
              <a:gd name="connsiteY6" fmla="*/ 2258961 h 2554374"/>
              <a:gd name="connsiteX7" fmla="*/ 0 w 2930112"/>
              <a:gd name="connsiteY7" fmla="*/ 295413 h 2554374"/>
              <a:gd name="connsiteX8" fmla="*/ 295413 w 2930112"/>
              <a:gd name="connsiteY8" fmla="*/ 0 h 25543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930112" h="2554374">
                <a:moveTo>
                  <a:pt x="295413" y="0"/>
                </a:moveTo>
                <a:lnTo>
                  <a:pt x="2634699" y="0"/>
                </a:lnTo>
                <a:cubicBezTo>
                  <a:pt x="2797851" y="0"/>
                  <a:pt x="2930112" y="132261"/>
                  <a:pt x="2930112" y="295413"/>
                </a:cubicBezTo>
                <a:lnTo>
                  <a:pt x="2930112" y="2258961"/>
                </a:lnTo>
                <a:cubicBezTo>
                  <a:pt x="2930112" y="2422113"/>
                  <a:pt x="2797851" y="2554374"/>
                  <a:pt x="2634699" y="2554374"/>
                </a:cubicBezTo>
                <a:lnTo>
                  <a:pt x="295413" y="2554374"/>
                </a:lnTo>
                <a:cubicBezTo>
                  <a:pt x="132261" y="2554374"/>
                  <a:pt x="0" y="2422113"/>
                  <a:pt x="0" y="2258961"/>
                </a:cubicBezTo>
                <a:lnTo>
                  <a:pt x="0" y="295413"/>
                </a:lnTo>
                <a:cubicBezTo>
                  <a:pt x="0" y="132261"/>
                  <a:pt x="132261" y="0"/>
                  <a:pt x="295413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2400"/>
            </a:lvl1pPr>
          </a:lstStyle>
          <a:p>
            <a:endParaRPr lang="en-US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939B370-2466-D94A-AC39-0C29274C5BC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710900" y="5796167"/>
            <a:ext cx="3788021" cy="3302269"/>
          </a:xfrm>
          <a:custGeom>
            <a:avLst/>
            <a:gdLst>
              <a:gd name="connsiteX0" fmla="*/ 381908 w 3788021"/>
              <a:gd name="connsiteY0" fmla="*/ 0 h 3302269"/>
              <a:gd name="connsiteX1" fmla="*/ 3406113 w 3788021"/>
              <a:gd name="connsiteY1" fmla="*/ 0 h 3302269"/>
              <a:gd name="connsiteX2" fmla="*/ 3788021 w 3788021"/>
              <a:gd name="connsiteY2" fmla="*/ 381908 h 3302269"/>
              <a:gd name="connsiteX3" fmla="*/ 3788021 w 3788021"/>
              <a:gd name="connsiteY3" fmla="*/ 2920362 h 3302269"/>
              <a:gd name="connsiteX4" fmla="*/ 3483081 w 3788021"/>
              <a:gd name="connsiteY4" fmla="*/ 3294511 h 3302269"/>
              <a:gd name="connsiteX5" fmla="*/ 3406123 w 3788021"/>
              <a:gd name="connsiteY5" fmla="*/ 3302269 h 3302269"/>
              <a:gd name="connsiteX6" fmla="*/ 381899 w 3788021"/>
              <a:gd name="connsiteY6" fmla="*/ 3302269 h 3302269"/>
              <a:gd name="connsiteX7" fmla="*/ 304941 w 3788021"/>
              <a:gd name="connsiteY7" fmla="*/ 3294511 h 3302269"/>
              <a:gd name="connsiteX8" fmla="*/ 0 w 3788021"/>
              <a:gd name="connsiteY8" fmla="*/ 2920362 h 3302269"/>
              <a:gd name="connsiteX9" fmla="*/ 0 w 3788021"/>
              <a:gd name="connsiteY9" fmla="*/ 381908 h 3302269"/>
              <a:gd name="connsiteX10" fmla="*/ 381908 w 3788021"/>
              <a:gd name="connsiteY10" fmla="*/ 0 h 33022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788021" h="3302269">
                <a:moveTo>
                  <a:pt x="381908" y="0"/>
                </a:moveTo>
                <a:lnTo>
                  <a:pt x="3406113" y="0"/>
                </a:lnTo>
                <a:cubicBezTo>
                  <a:pt x="3617035" y="0"/>
                  <a:pt x="3788021" y="170986"/>
                  <a:pt x="3788021" y="381908"/>
                </a:cubicBezTo>
                <a:lnTo>
                  <a:pt x="3788021" y="2920362"/>
                </a:lnTo>
                <a:cubicBezTo>
                  <a:pt x="3788021" y="3104919"/>
                  <a:pt x="3657110" y="3258899"/>
                  <a:pt x="3483081" y="3294511"/>
                </a:cubicBezTo>
                <a:lnTo>
                  <a:pt x="3406123" y="3302269"/>
                </a:lnTo>
                <a:lnTo>
                  <a:pt x="381899" y="3302269"/>
                </a:lnTo>
                <a:lnTo>
                  <a:pt x="304941" y="3294511"/>
                </a:lnTo>
                <a:cubicBezTo>
                  <a:pt x="130911" y="3258899"/>
                  <a:pt x="0" y="3104919"/>
                  <a:pt x="0" y="2920362"/>
                </a:cubicBezTo>
                <a:lnTo>
                  <a:pt x="0" y="381908"/>
                </a:lnTo>
                <a:cubicBezTo>
                  <a:pt x="0" y="170986"/>
                  <a:pt x="170986" y="0"/>
                  <a:pt x="381908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24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94705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4780502C-A212-56FD-8AF6-3CBCCDA2BAA4}"/>
              </a:ext>
            </a:extLst>
          </p:cNvPr>
          <p:cNvSpPr/>
          <p:nvPr userDrawn="1"/>
        </p:nvSpPr>
        <p:spPr>
          <a:xfrm>
            <a:off x="16795004" y="9180353"/>
            <a:ext cx="1212882" cy="809888"/>
          </a:xfrm>
          <a:prstGeom prst="roundRect">
            <a:avLst>
              <a:gd name="adj" fmla="val 50000"/>
            </a:avLst>
          </a:prstGeom>
          <a:gradFill>
            <a:gsLst>
              <a:gs pos="100000">
                <a:srgbClr val="2D1440"/>
              </a:gs>
              <a:gs pos="0">
                <a:srgbClr val="040206">
                  <a:alpha val="85000"/>
                </a:srgbClr>
              </a:gs>
            </a:gsLst>
            <a:lin ang="3600000" scaled="0"/>
          </a:gradFill>
          <a:ln w="25400" cap="rnd">
            <a:gradFill>
              <a:gsLst>
                <a:gs pos="73000">
                  <a:srgbClr val="5D2884"/>
                </a:gs>
                <a:gs pos="33000">
                  <a:srgbClr val="210F2F"/>
                </a:gs>
                <a:gs pos="4000">
                  <a:srgbClr val="C39BE1"/>
                </a:gs>
                <a:gs pos="0">
                  <a:srgbClr val="C39BE1"/>
                </a:gs>
                <a:gs pos="86000">
                  <a:srgbClr val="2F1543"/>
                </a:gs>
                <a:gs pos="0">
                  <a:srgbClr val="2F1543"/>
                </a:gs>
              </a:gsLst>
              <a:lin ang="4800000" scaled="0"/>
            </a:gra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5342F59A-9920-AF80-E2D5-2E774DC04C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3589160" y="9298374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gradFill>
                  <a:gsLst>
                    <a:gs pos="0">
                      <a:srgbClr val="9FFFFF"/>
                    </a:gs>
                    <a:gs pos="50000">
                      <a:srgbClr val="D181FF"/>
                    </a:gs>
                    <a:gs pos="100000">
                      <a:srgbClr val="FEC26A"/>
                    </a:gs>
                  </a:gsLst>
                  <a:lin ang="21000000" scaled="0"/>
                </a:gradFill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fld id="{548DC41A-E892-4CAF-B53C-4BCD571507F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46E51399-0D10-0FD9-57C0-239D4C4AA33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924551" y="453427"/>
            <a:ext cx="6438901" cy="9380146"/>
          </a:xfrm>
          <a:custGeom>
            <a:avLst/>
            <a:gdLst>
              <a:gd name="connsiteX0" fmla="*/ 489163 w 6438901"/>
              <a:gd name="connsiteY0" fmla="*/ 0 h 9380146"/>
              <a:gd name="connsiteX1" fmla="*/ 5949738 w 6438901"/>
              <a:gd name="connsiteY1" fmla="*/ 0 h 9380146"/>
              <a:gd name="connsiteX2" fmla="*/ 6438901 w 6438901"/>
              <a:gd name="connsiteY2" fmla="*/ 489163 h 9380146"/>
              <a:gd name="connsiteX3" fmla="*/ 6438901 w 6438901"/>
              <a:gd name="connsiteY3" fmla="*/ 8890983 h 9380146"/>
              <a:gd name="connsiteX4" fmla="*/ 5949738 w 6438901"/>
              <a:gd name="connsiteY4" fmla="*/ 9380146 h 9380146"/>
              <a:gd name="connsiteX5" fmla="*/ 489163 w 6438901"/>
              <a:gd name="connsiteY5" fmla="*/ 9380146 h 9380146"/>
              <a:gd name="connsiteX6" fmla="*/ 0 w 6438901"/>
              <a:gd name="connsiteY6" fmla="*/ 8890983 h 9380146"/>
              <a:gd name="connsiteX7" fmla="*/ 0 w 6438901"/>
              <a:gd name="connsiteY7" fmla="*/ 489163 h 9380146"/>
              <a:gd name="connsiteX8" fmla="*/ 489163 w 6438901"/>
              <a:gd name="connsiteY8" fmla="*/ 0 h 9380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438901" h="9380146">
                <a:moveTo>
                  <a:pt x="489163" y="0"/>
                </a:moveTo>
                <a:lnTo>
                  <a:pt x="5949738" y="0"/>
                </a:lnTo>
                <a:cubicBezTo>
                  <a:pt x="6219895" y="0"/>
                  <a:pt x="6438901" y="219006"/>
                  <a:pt x="6438901" y="489163"/>
                </a:cubicBezTo>
                <a:lnTo>
                  <a:pt x="6438901" y="8890983"/>
                </a:lnTo>
                <a:cubicBezTo>
                  <a:pt x="6438901" y="9161140"/>
                  <a:pt x="6219895" y="9380146"/>
                  <a:pt x="5949738" y="9380146"/>
                </a:cubicBezTo>
                <a:lnTo>
                  <a:pt x="489163" y="9380146"/>
                </a:lnTo>
                <a:cubicBezTo>
                  <a:pt x="219006" y="9380146"/>
                  <a:pt x="0" y="9161140"/>
                  <a:pt x="0" y="8890983"/>
                </a:cubicBezTo>
                <a:lnTo>
                  <a:pt x="0" y="489163"/>
                </a:lnTo>
                <a:cubicBezTo>
                  <a:pt x="0" y="219006"/>
                  <a:pt x="219006" y="0"/>
                  <a:pt x="489163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24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474966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4780502C-A212-56FD-8AF6-3CBCCDA2BAA4}"/>
              </a:ext>
            </a:extLst>
          </p:cNvPr>
          <p:cNvSpPr/>
          <p:nvPr userDrawn="1"/>
        </p:nvSpPr>
        <p:spPr>
          <a:xfrm>
            <a:off x="16795004" y="9180353"/>
            <a:ext cx="1212882" cy="809888"/>
          </a:xfrm>
          <a:prstGeom prst="roundRect">
            <a:avLst>
              <a:gd name="adj" fmla="val 50000"/>
            </a:avLst>
          </a:prstGeom>
          <a:gradFill>
            <a:gsLst>
              <a:gs pos="100000">
                <a:srgbClr val="2D1440"/>
              </a:gs>
              <a:gs pos="0">
                <a:srgbClr val="040206">
                  <a:alpha val="85000"/>
                </a:srgbClr>
              </a:gs>
            </a:gsLst>
            <a:lin ang="3600000" scaled="0"/>
          </a:gradFill>
          <a:ln w="25400" cap="rnd">
            <a:gradFill>
              <a:gsLst>
                <a:gs pos="73000">
                  <a:srgbClr val="5D2884"/>
                </a:gs>
                <a:gs pos="33000">
                  <a:srgbClr val="210F2F"/>
                </a:gs>
                <a:gs pos="4000">
                  <a:srgbClr val="C39BE1"/>
                </a:gs>
                <a:gs pos="0">
                  <a:srgbClr val="C39BE1"/>
                </a:gs>
                <a:gs pos="86000">
                  <a:srgbClr val="2F1543"/>
                </a:gs>
                <a:gs pos="0">
                  <a:srgbClr val="2F1543"/>
                </a:gs>
              </a:gsLst>
              <a:lin ang="4800000" scaled="0"/>
            </a:gra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5342F59A-9920-AF80-E2D5-2E774DC04C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3589160" y="9298374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gradFill>
                  <a:gsLst>
                    <a:gs pos="0">
                      <a:srgbClr val="9FFFFF"/>
                    </a:gs>
                    <a:gs pos="50000">
                      <a:srgbClr val="D181FF"/>
                    </a:gs>
                    <a:gs pos="100000">
                      <a:srgbClr val="FEC26A"/>
                    </a:gs>
                  </a:gsLst>
                  <a:lin ang="21000000" scaled="0"/>
                </a:gradFill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fld id="{548DC41A-E892-4CAF-B53C-4BCD571507F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Graphic 5">
            <a:extLst>
              <a:ext uri="{FF2B5EF4-FFF2-40B4-BE49-F238E27FC236}">
                <a16:creationId xmlns:a16="http://schemas.microsoft.com/office/drawing/2014/main" id="{04CA88F6-2338-F45A-7FB8-B960701202FF}"/>
              </a:ext>
            </a:extLst>
          </p:cNvPr>
          <p:cNvSpPr/>
          <p:nvPr userDrawn="1"/>
        </p:nvSpPr>
        <p:spPr>
          <a:xfrm>
            <a:off x="9780549" y="1295400"/>
            <a:ext cx="7923412" cy="3152498"/>
          </a:xfrm>
          <a:prstGeom prst="roundRect">
            <a:avLst>
              <a:gd name="adj" fmla="val 11787"/>
            </a:avLst>
          </a:prstGeom>
          <a:gradFill flip="none" rotWithShape="1">
            <a:gsLst>
              <a:gs pos="52000">
                <a:srgbClr val="FEC26A">
                  <a:alpha val="21000"/>
                </a:srgbClr>
              </a:gs>
              <a:gs pos="77000">
                <a:srgbClr val="DFCAEE">
                  <a:alpha val="10000"/>
                </a:srgbClr>
              </a:gs>
              <a:gs pos="32000">
                <a:srgbClr val="DFCAEE">
                  <a:alpha val="10000"/>
                </a:srgbClr>
              </a:gs>
              <a:gs pos="0">
                <a:srgbClr val="D181FF">
                  <a:alpha val="14000"/>
                </a:srgbClr>
              </a:gs>
            </a:gsLst>
            <a:path path="circle">
              <a:fillToRect l="100000" t="100000"/>
            </a:path>
            <a:tileRect r="-100000" b="-100000"/>
          </a:gradFill>
          <a:ln w="25400" cap="rnd">
            <a:gradFill>
              <a:gsLst>
                <a:gs pos="23000">
                  <a:srgbClr val="36184D"/>
                </a:gs>
                <a:gs pos="35000">
                  <a:srgbClr val="5D2884"/>
                </a:gs>
                <a:gs pos="4000">
                  <a:srgbClr val="C39BE1"/>
                </a:gs>
                <a:gs pos="0">
                  <a:srgbClr val="C39BE1"/>
                </a:gs>
                <a:gs pos="86000">
                  <a:srgbClr val="2F1543"/>
                </a:gs>
              </a:gsLst>
              <a:lin ang="3600000" scaled="0"/>
            </a:gra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0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113345DA-9AAF-CB07-4258-18D93D9C32B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072187" y="1631755"/>
            <a:ext cx="2404947" cy="2404947"/>
          </a:xfrm>
          <a:custGeom>
            <a:avLst/>
            <a:gdLst>
              <a:gd name="connsiteX0" fmla="*/ 285467 w 2404947"/>
              <a:gd name="connsiteY0" fmla="*/ 0 h 2404947"/>
              <a:gd name="connsiteX1" fmla="*/ 2119480 w 2404947"/>
              <a:gd name="connsiteY1" fmla="*/ 0 h 2404947"/>
              <a:gd name="connsiteX2" fmla="*/ 2404947 w 2404947"/>
              <a:gd name="connsiteY2" fmla="*/ 285467 h 2404947"/>
              <a:gd name="connsiteX3" fmla="*/ 2404947 w 2404947"/>
              <a:gd name="connsiteY3" fmla="*/ 2119480 h 2404947"/>
              <a:gd name="connsiteX4" fmla="*/ 2119480 w 2404947"/>
              <a:gd name="connsiteY4" fmla="*/ 2404947 h 2404947"/>
              <a:gd name="connsiteX5" fmla="*/ 285467 w 2404947"/>
              <a:gd name="connsiteY5" fmla="*/ 2404947 h 2404947"/>
              <a:gd name="connsiteX6" fmla="*/ 0 w 2404947"/>
              <a:gd name="connsiteY6" fmla="*/ 2119480 h 2404947"/>
              <a:gd name="connsiteX7" fmla="*/ 0 w 2404947"/>
              <a:gd name="connsiteY7" fmla="*/ 285467 h 2404947"/>
              <a:gd name="connsiteX8" fmla="*/ 285467 w 2404947"/>
              <a:gd name="connsiteY8" fmla="*/ 0 h 24049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04947" h="2404947">
                <a:moveTo>
                  <a:pt x="285467" y="0"/>
                </a:moveTo>
                <a:lnTo>
                  <a:pt x="2119480" y="0"/>
                </a:lnTo>
                <a:cubicBezTo>
                  <a:pt x="2277139" y="0"/>
                  <a:pt x="2404947" y="127808"/>
                  <a:pt x="2404947" y="285467"/>
                </a:cubicBezTo>
                <a:lnTo>
                  <a:pt x="2404947" y="2119480"/>
                </a:lnTo>
                <a:cubicBezTo>
                  <a:pt x="2404947" y="2277139"/>
                  <a:pt x="2277139" y="2404947"/>
                  <a:pt x="2119480" y="2404947"/>
                </a:cubicBezTo>
                <a:lnTo>
                  <a:pt x="285467" y="2404947"/>
                </a:lnTo>
                <a:cubicBezTo>
                  <a:pt x="127808" y="2404947"/>
                  <a:pt x="0" y="2277139"/>
                  <a:pt x="0" y="2119480"/>
                </a:cubicBezTo>
                <a:lnTo>
                  <a:pt x="0" y="285467"/>
                </a:lnTo>
                <a:cubicBezTo>
                  <a:pt x="0" y="127808"/>
                  <a:pt x="127808" y="0"/>
                  <a:pt x="285467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24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113283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4780502C-A212-56FD-8AF6-3CBCCDA2BAA4}"/>
              </a:ext>
            </a:extLst>
          </p:cNvPr>
          <p:cNvSpPr/>
          <p:nvPr userDrawn="1"/>
        </p:nvSpPr>
        <p:spPr>
          <a:xfrm>
            <a:off x="16795004" y="9180353"/>
            <a:ext cx="1212882" cy="809888"/>
          </a:xfrm>
          <a:prstGeom prst="roundRect">
            <a:avLst>
              <a:gd name="adj" fmla="val 50000"/>
            </a:avLst>
          </a:prstGeom>
          <a:gradFill>
            <a:gsLst>
              <a:gs pos="100000">
                <a:srgbClr val="2D1440"/>
              </a:gs>
              <a:gs pos="0">
                <a:srgbClr val="040206">
                  <a:alpha val="85000"/>
                </a:srgbClr>
              </a:gs>
            </a:gsLst>
            <a:lin ang="3600000" scaled="0"/>
          </a:gradFill>
          <a:ln w="25400" cap="rnd">
            <a:gradFill>
              <a:gsLst>
                <a:gs pos="73000">
                  <a:srgbClr val="5D2884"/>
                </a:gs>
                <a:gs pos="33000">
                  <a:srgbClr val="210F2F"/>
                </a:gs>
                <a:gs pos="4000">
                  <a:srgbClr val="C39BE1"/>
                </a:gs>
                <a:gs pos="0">
                  <a:srgbClr val="C39BE1"/>
                </a:gs>
                <a:gs pos="86000">
                  <a:srgbClr val="2F1543"/>
                </a:gs>
                <a:gs pos="0">
                  <a:srgbClr val="2F1543"/>
                </a:gs>
              </a:gsLst>
              <a:lin ang="4800000" scaled="0"/>
            </a:gra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5342F59A-9920-AF80-E2D5-2E774DC04C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3589160" y="9298374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gradFill>
                  <a:gsLst>
                    <a:gs pos="0">
                      <a:srgbClr val="9FFFFF"/>
                    </a:gs>
                    <a:gs pos="50000">
                      <a:srgbClr val="D181FF"/>
                    </a:gs>
                    <a:gs pos="100000">
                      <a:srgbClr val="FEC26A"/>
                    </a:gs>
                  </a:gsLst>
                  <a:lin ang="21000000" scaled="0"/>
                </a:gradFill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fld id="{548DC41A-E892-4CAF-B53C-4BCD571507F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505F01E6-0931-47EB-0CC1-23A120C28AA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73077" y="5143500"/>
            <a:ext cx="7159904" cy="4154874"/>
          </a:xfrm>
          <a:custGeom>
            <a:avLst/>
            <a:gdLst>
              <a:gd name="connsiteX0" fmla="*/ 368039 w 7159904"/>
              <a:gd name="connsiteY0" fmla="*/ 0 h 4154874"/>
              <a:gd name="connsiteX1" fmla="*/ 6791865 w 7159904"/>
              <a:gd name="connsiteY1" fmla="*/ 0 h 4154874"/>
              <a:gd name="connsiteX2" fmla="*/ 7159904 w 7159904"/>
              <a:gd name="connsiteY2" fmla="*/ 368039 h 4154874"/>
              <a:gd name="connsiteX3" fmla="*/ 7159904 w 7159904"/>
              <a:gd name="connsiteY3" fmla="*/ 3786835 h 4154874"/>
              <a:gd name="connsiteX4" fmla="*/ 6791865 w 7159904"/>
              <a:gd name="connsiteY4" fmla="*/ 4154874 h 4154874"/>
              <a:gd name="connsiteX5" fmla="*/ 368039 w 7159904"/>
              <a:gd name="connsiteY5" fmla="*/ 4154874 h 4154874"/>
              <a:gd name="connsiteX6" fmla="*/ 0 w 7159904"/>
              <a:gd name="connsiteY6" fmla="*/ 3786835 h 4154874"/>
              <a:gd name="connsiteX7" fmla="*/ 0 w 7159904"/>
              <a:gd name="connsiteY7" fmla="*/ 368039 h 4154874"/>
              <a:gd name="connsiteX8" fmla="*/ 368039 w 7159904"/>
              <a:gd name="connsiteY8" fmla="*/ 0 h 41548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159904" h="4154874">
                <a:moveTo>
                  <a:pt x="368039" y="0"/>
                </a:moveTo>
                <a:lnTo>
                  <a:pt x="6791865" y="0"/>
                </a:lnTo>
                <a:cubicBezTo>
                  <a:pt x="6995127" y="0"/>
                  <a:pt x="7159904" y="164777"/>
                  <a:pt x="7159904" y="368039"/>
                </a:cubicBezTo>
                <a:lnTo>
                  <a:pt x="7159904" y="3786835"/>
                </a:lnTo>
                <a:cubicBezTo>
                  <a:pt x="7159904" y="3990097"/>
                  <a:pt x="6995127" y="4154874"/>
                  <a:pt x="6791865" y="4154874"/>
                </a:cubicBezTo>
                <a:lnTo>
                  <a:pt x="368039" y="4154874"/>
                </a:lnTo>
                <a:cubicBezTo>
                  <a:pt x="164777" y="4154874"/>
                  <a:pt x="0" y="3990097"/>
                  <a:pt x="0" y="3786835"/>
                </a:cubicBezTo>
                <a:lnTo>
                  <a:pt x="0" y="368039"/>
                </a:lnTo>
                <a:cubicBezTo>
                  <a:pt x="0" y="164777"/>
                  <a:pt x="164777" y="0"/>
                  <a:pt x="368039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24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779675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raphic 8">
            <a:extLst>
              <a:ext uri="{FF2B5EF4-FFF2-40B4-BE49-F238E27FC236}">
                <a16:creationId xmlns:a16="http://schemas.microsoft.com/office/drawing/2014/main" id="{F579E330-75E0-5EC4-1D57-8A0152B2E5F6}"/>
              </a:ext>
            </a:extLst>
          </p:cNvPr>
          <p:cNvSpPr/>
          <p:nvPr userDrawn="1"/>
        </p:nvSpPr>
        <p:spPr>
          <a:xfrm>
            <a:off x="7879940" y="4354287"/>
            <a:ext cx="9582150" cy="5267325"/>
          </a:xfrm>
          <a:custGeom>
            <a:avLst/>
            <a:gdLst>
              <a:gd name="connsiteX0" fmla="*/ 9582150 w 9582150"/>
              <a:gd name="connsiteY0" fmla="*/ 442817 h 5267325"/>
              <a:gd name="connsiteX1" fmla="*/ 9582150 w 9582150"/>
              <a:gd name="connsiteY1" fmla="*/ 4278916 h 5267325"/>
              <a:gd name="connsiteX2" fmla="*/ 9341453 w 9582150"/>
              <a:gd name="connsiteY2" fmla="*/ 4519613 h 5267325"/>
              <a:gd name="connsiteX3" fmla="*/ 9324975 w 9582150"/>
              <a:gd name="connsiteY3" fmla="*/ 4519613 h 5267325"/>
              <a:gd name="connsiteX4" fmla="*/ 8624411 w 9582150"/>
              <a:gd name="connsiteY4" fmla="*/ 5075873 h 5267325"/>
              <a:gd name="connsiteX5" fmla="*/ 8624411 w 9582150"/>
              <a:gd name="connsiteY5" fmla="*/ 5077492 h 5267325"/>
              <a:gd name="connsiteX6" fmla="*/ 8388858 w 9582150"/>
              <a:gd name="connsiteY6" fmla="*/ 5267325 h 5267325"/>
              <a:gd name="connsiteX7" fmla="*/ 442817 w 9582150"/>
              <a:gd name="connsiteY7" fmla="*/ 5267325 h 5267325"/>
              <a:gd name="connsiteX8" fmla="*/ 0 w 9582150"/>
              <a:gd name="connsiteY8" fmla="*/ 4824699 h 5267325"/>
              <a:gd name="connsiteX9" fmla="*/ 0 w 9582150"/>
              <a:gd name="connsiteY9" fmla="*/ 4824508 h 5267325"/>
              <a:gd name="connsiteX10" fmla="*/ 0 w 9582150"/>
              <a:gd name="connsiteY10" fmla="*/ 443008 h 5267325"/>
              <a:gd name="connsiteX11" fmla="*/ 442627 w 9582150"/>
              <a:gd name="connsiteY11" fmla="*/ 0 h 5267325"/>
              <a:gd name="connsiteX12" fmla="*/ 442817 w 9582150"/>
              <a:gd name="connsiteY12" fmla="*/ 0 h 5267325"/>
              <a:gd name="connsiteX13" fmla="*/ 9139142 w 9582150"/>
              <a:gd name="connsiteY13" fmla="*/ 0 h 5267325"/>
              <a:gd name="connsiteX14" fmla="*/ 9582150 w 9582150"/>
              <a:gd name="connsiteY14" fmla="*/ 442436 h 5267325"/>
              <a:gd name="connsiteX15" fmla="*/ 9582150 w 9582150"/>
              <a:gd name="connsiteY15" fmla="*/ 442817 h 52673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9582150" h="5267325">
                <a:moveTo>
                  <a:pt x="9582150" y="442817"/>
                </a:moveTo>
                <a:lnTo>
                  <a:pt x="9582150" y="4278916"/>
                </a:lnTo>
                <a:cubicBezTo>
                  <a:pt x="9582150" y="4411849"/>
                  <a:pt x="9474386" y="4519613"/>
                  <a:pt x="9341453" y="4519613"/>
                </a:cubicBezTo>
                <a:lnTo>
                  <a:pt x="9324975" y="4519613"/>
                </a:lnTo>
                <a:cubicBezTo>
                  <a:pt x="8990683" y="4520051"/>
                  <a:pt x="8700603" y="4750379"/>
                  <a:pt x="8624411" y="5075873"/>
                </a:cubicBezTo>
                <a:cubicBezTo>
                  <a:pt x="8624457" y="5076412"/>
                  <a:pt x="8624457" y="5076954"/>
                  <a:pt x="8624411" y="5077492"/>
                </a:cubicBezTo>
                <a:cubicBezTo>
                  <a:pt x="8600179" y="5188212"/>
                  <a:pt x="8502198" y="5267174"/>
                  <a:pt x="8388858" y="5267325"/>
                </a:cubicBezTo>
                <a:lnTo>
                  <a:pt x="442817" y="5267325"/>
                </a:lnTo>
                <a:cubicBezTo>
                  <a:pt x="198309" y="5267378"/>
                  <a:pt x="53" y="5069207"/>
                  <a:pt x="0" y="4824699"/>
                </a:cubicBezTo>
                <a:cubicBezTo>
                  <a:pt x="0" y="4824635"/>
                  <a:pt x="0" y="4824572"/>
                  <a:pt x="0" y="4824508"/>
                </a:cubicBezTo>
                <a:lnTo>
                  <a:pt x="0" y="443008"/>
                </a:lnTo>
                <a:cubicBezTo>
                  <a:pt x="-105" y="198447"/>
                  <a:pt x="198066" y="105"/>
                  <a:pt x="442627" y="0"/>
                </a:cubicBezTo>
                <a:cubicBezTo>
                  <a:pt x="442690" y="0"/>
                  <a:pt x="442754" y="0"/>
                  <a:pt x="442817" y="0"/>
                </a:cubicBezTo>
                <a:lnTo>
                  <a:pt x="9139142" y="0"/>
                </a:lnTo>
                <a:cubicBezTo>
                  <a:pt x="9383651" y="-158"/>
                  <a:pt x="9581992" y="197928"/>
                  <a:pt x="9582150" y="442436"/>
                </a:cubicBezTo>
                <a:cubicBezTo>
                  <a:pt x="9582150" y="442563"/>
                  <a:pt x="9582150" y="442690"/>
                  <a:pt x="9582150" y="442817"/>
                </a:cubicBezTo>
                <a:close/>
              </a:path>
            </a:pathLst>
          </a:custGeom>
          <a:gradFill>
            <a:gsLst>
              <a:gs pos="100000">
                <a:srgbClr val="DFCAEE">
                  <a:alpha val="10000"/>
                </a:srgbClr>
              </a:gs>
              <a:gs pos="0">
                <a:srgbClr val="06030A">
                  <a:alpha val="10000"/>
                </a:srgbClr>
              </a:gs>
            </a:gsLst>
            <a:lin ang="5400000" scaled="0"/>
          </a:gradFill>
          <a:ln w="19050" cap="rnd">
            <a:gradFill>
              <a:gsLst>
                <a:gs pos="0">
                  <a:srgbClr val="F79CFE"/>
                </a:gs>
                <a:gs pos="33000">
                  <a:srgbClr val="584E62"/>
                </a:gs>
              </a:gsLst>
              <a:lin ang="3000000" scaled="0"/>
            </a:gradFill>
            <a:round/>
          </a:ln>
          <a:effectLst>
            <a:outerShdw blurRad="711200" dist="127000" dir="5400000" sx="97000" sy="97000" algn="t" rotWithShape="0">
              <a:srgbClr val="AC6CD2">
                <a:alpha val="3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00">
              <a:solidFill>
                <a:schemeClr val="lt1"/>
              </a:solidFill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4780502C-A212-56FD-8AF6-3CBCCDA2BAA4}"/>
              </a:ext>
            </a:extLst>
          </p:cNvPr>
          <p:cNvSpPr/>
          <p:nvPr userDrawn="1"/>
        </p:nvSpPr>
        <p:spPr>
          <a:xfrm>
            <a:off x="16795004" y="9180353"/>
            <a:ext cx="1212882" cy="809888"/>
          </a:xfrm>
          <a:prstGeom prst="roundRect">
            <a:avLst>
              <a:gd name="adj" fmla="val 50000"/>
            </a:avLst>
          </a:prstGeom>
          <a:gradFill>
            <a:gsLst>
              <a:gs pos="100000">
                <a:srgbClr val="2D1440"/>
              </a:gs>
              <a:gs pos="0">
                <a:srgbClr val="040206">
                  <a:alpha val="85000"/>
                </a:srgbClr>
              </a:gs>
            </a:gsLst>
            <a:lin ang="3600000" scaled="0"/>
          </a:gradFill>
          <a:ln w="25400" cap="rnd">
            <a:gradFill>
              <a:gsLst>
                <a:gs pos="73000">
                  <a:srgbClr val="5D2884"/>
                </a:gs>
                <a:gs pos="33000">
                  <a:srgbClr val="210F2F"/>
                </a:gs>
                <a:gs pos="4000">
                  <a:srgbClr val="C39BE1"/>
                </a:gs>
                <a:gs pos="0">
                  <a:srgbClr val="C39BE1"/>
                </a:gs>
                <a:gs pos="86000">
                  <a:srgbClr val="2F1543"/>
                </a:gs>
                <a:gs pos="0">
                  <a:srgbClr val="2F1543"/>
                </a:gs>
              </a:gsLst>
              <a:lin ang="4800000" scaled="0"/>
            </a:gra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5342F59A-9920-AF80-E2D5-2E774DC04C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3589160" y="9298374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gradFill>
                  <a:gsLst>
                    <a:gs pos="0">
                      <a:srgbClr val="9FFFFF"/>
                    </a:gs>
                    <a:gs pos="50000">
                      <a:srgbClr val="D181FF"/>
                    </a:gs>
                    <a:gs pos="100000">
                      <a:srgbClr val="FEC26A"/>
                    </a:gs>
                  </a:gsLst>
                  <a:lin ang="21000000" scaled="0"/>
                </a:gradFill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fld id="{548DC41A-E892-4CAF-B53C-4BCD571507F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2A342F58-0456-5CDA-23A9-6A462894D39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85553" y="296893"/>
            <a:ext cx="7010403" cy="9696451"/>
          </a:xfrm>
          <a:custGeom>
            <a:avLst/>
            <a:gdLst>
              <a:gd name="connsiteX0" fmla="*/ 2593946 w 7010403"/>
              <a:gd name="connsiteY0" fmla="*/ 1 h 9696451"/>
              <a:gd name="connsiteX1" fmla="*/ 6471764 w 7010403"/>
              <a:gd name="connsiteY1" fmla="*/ 1 h 9696451"/>
              <a:gd name="connsiteX2" fmla="*/ 7010403 w 7010403"/>
              <a:gd name="connsiteY2" fmla="*/ 538640 h 9696451"/>
              <a:gd name="connsiteX3" fmla="*/ 7010403 w 7010403"/>
              <a:gd name="connsiteY3" fmla="*/ 9157812 h 9696451"/>
              <a:gd name="connsiteX4" fmla="*/ 6471764 w 7010403"/>
              <a:gd name="connsiteY4" fmla="*/ 9696451 h 9696451"/>
              <a:gd name="connsiteX5" fmla="*/ 538641 w 7010403"/>
              <a:gd name="connsiteY5" fmla="*/ 9696451 h 9696451"/>
              <a:gd name="connsiteX6" fmla="*/ 2 w 7010403"/>
              <a:gd name="connsiteY6" fmla="*/ 9157812 h 9696451"/>
              <a:gd name="connsiteX7" fmla="*/ 2 w 7010403"/>
              <a:gd name="connsiteY7" fmla="*/ 1222345 h 9696451"/>
              <a:gd name="connsiteX8" fmla="*/ 286837 w 7010403"/>
              <a:gd name="connsiteY8" fmla="*/ 933682 h 9696451"/>
              <a:gd name="connsiteX9" fmla="*/ 293468 w 7010403"/>
              <a:gd name="connsiteY9" fmla="*/ 933737 h 9696451"/>
              <a:gd name="connsiteX10" fmla="*/ 309565 w 7010403"/>
              <a:gd name="connsiteY10" fmla="*/ 933737 h 9696451"/>
              <a:gd name="connsiteX11" fmla="*/ 1671640 w 7010403"/>
              <a:gd name="connsiteY11" fmla="*/ 933737 h 9696451"/>
              <a:gd name="connsiteX12" fmla="*/ 2304957 w 7010403"/>
              <a:gd name="connsiteY12" fmla="*/ 305087 h 9696451"/>
              <a:gd name="connsiteX13" fmla="*/ 2304957 w 7010403"/>
              <a:gd name="connsiteY13" fmla="*/ 295562 h 9696451"/>
              <a:gd name="connsiteX14" fmla="*/ 2586720 w 7010403"/>
              <a:gd name="connsiteY14" fmla="*/ 82 h 9696451"/>
              <a:gd name="connsiteX15" fmla="*/ 2593946 w 7010403"/>
              <a:gd name="connsiteY15" fmla="*/ 1 h 96964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7010403" h="9696451">
                <a:moveTo>
                  <a:pt x="2593946" y="1"/>
                </a:moveTo>
                <a:lnTo>
                  <a:pt x="6471764" y="1"/>
                </a:lnTo>
                <a:cubicBezTo>
                  <a:pt x="6769246" y="1"/>
                  <a:pt x="7010403" y="241158"/>
                  <a:pt x="7010403" y="538640"/>
                </a:cubicBezTo>
                <a:lnTo>
                  <a:pt x="7010403" y="9157812"/>
                </a:lnTo>
                <a:cubicBezTo>
                  <a:pt x="7010403" y="9455294"/>
                  <a:pt x="6769246" y="9696451"/>
                  <a:pt x="6471764" y="9696451"/>
                </a:cubicBezTo>
                <a:lnTo>
                  <a:pt x="538641" y="9696451"/>
                </a:lnTo>
                <a:cubicBezTo>
                  <a:pt x="241159" y="9696451"/>
                  <a:pt x="2" y="9455294"/>
                  <a:pt x="2" y="9157812"/>
                </a:cubicBezTo>
                <a:lnTo>
                  <a:pt x="2" y="1222345"/>
                </a:lnTo>
                <a:cubicBezTo>
                  <a:pt x="-502" y="1063425"/>
                  <a:pt x="127918" y="934187"/>
                  <a:pt x="286837" y="933682"/>
                </a:cubicBezTo>
                <a:cubicBezTo>
                  <a:pt x="289048" y="933675"/>
                  <a:pt x="291258" y="933693"/>
                  <a:pt x="293468" y="933737"/>
                </a:cubicBezTo>
                <a:lnTo>
                  <a:pt x="309565" y="933737"/>
                </a:lnTo>
                <a:lnTo>
                  <a:pt x="1671640" y="933737"/>
                </a:lnTo>
                <a:cubicBezTo>
                  <a:pt x="2017398" y="933737"/>
                  <a:pt x="2307624" y="650845"/>
                  <a:pt x="2304957" y="305087"/>
                </a:cubicBezTo>
                <a:cubicBezTo>
                  <a:pt x="2304957" y="301944"/>
                  <a:pt x="2304957" y="298896"/>
                  <a:pt x="2304957" y="295562"/>
                </a:cubicBezTo>
                <a:cubicBezTo>
                  <a:pt x="2301170" y="136161"/>
                  <a:pt x="2427319" y="3870"/>
                  <a:pt x="2586720" y="82"/>
                </a:cubicBezTo>
                <a:cubicBezTo>
                  <a:pt x="2589128" y="25"/>
                  <a:pt x="2591537" y="-2"/>
                  <a:pt x="2593946" y="1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24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968646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4780502C-A212-56FD-8AF6-3CBCCDA2BAA4}"/>
              </a:ext>
            </a:extLst>
          </p:cNvPr>
          <p:cNvSpPr/>
          <p:nvPr userDrawn="1"/>
        </p:nvSpPr>
        <p:spPr>
          <a:xfrm>
            <a:off x="16795004" y="9180353"/>
            <a:ext cx="1212882" cy="809888"/>
          </a:xfrm>
          <a:prstGeom prst="roundRect">
            <a:avLst>
              <a:gd name="adj" fmla="val 50000"/>
            </a:avLst>
          </a:prstGeom>
          <a:gradFill>
            <a:gsLst>
              <a:gs pos="100000">
                <a:srgbClr val="2D1440"/>
              </a:gs>
              <a:gs pos="0">
                <a:srgbClr val="040206">
                  <a:alpha val="85000"/>
                </a:srgbClr>
              </a:gs>
            </a:gsLst>
            <a:lin ang="3600000" scaled="0"/>
          </a:gradFill>
          <a:ln w="25400" cap="rnd">
            <a:gradFill>
              <a:gsLst>
                <a:gs pos="73000">
                  <a:srgbClr val="5D2884"/>
                </a:gs>
                <a:gs pos="33000">
                  <a:srgbClr val="210F2F"/>
                </a:gs>
                <a:gs pos="4000">
                  <a:srgbClr val="C39BE1"/>
                </a:gs>
                <a:gs pos="0">
                  <a:srgbClr val="C39BE1"/>
                </a:gs>
                <a:gs pos="86000">
                  <a:srgbClr val="2F1543"/>
                </a:gs>
                <a:gs pos="0">
                  <a:srgbClr val="2F1543"/>
                </a:gs>
              </a:gsLst>
              <a:lin ang="4800000" scaled="0"/>
            </a:gra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5342F59A-9920-AF80-E2D5-2E774DC04C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3589160" y="9298374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gradFill>
                  <a:gsLst>
                    <a:gs pos="0">
                      <a:srgbClr val="9FFFFF"/>
                    </a:gs>
                    <a:gs pos="50000">
                      <a:srgbClr val="D181FF"/>
                    </a:gs>
                    <a:gs pos="100000">
                      <a:srgbClr val="FEC26A"/>
                    </a:gs>
                  </a:gsLst>
                  <a:lin ang="21000000" scaled="0"/>
                </a:gradFill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fld id="{548DC41A-E892-4CAF-B53C-4BCD571507F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ADE0D774-B533-469D-6E5C-04C7E3C0F46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992046" y="296894"/>
            <a:ext cx="7010402" cy="8109687"/>
          </a:xfrm>
          <a:prstGeom prst="roundRect">
            <a:avLst>
              <a:gd name="adj" fmla="val 5307"/>
            </a:avLst>
          </a:prstGeom>
        </p:spPr>
        <p:txBody>
          <a:bodyPr wrap="square">
            <a:noAutofit/>
          </a:bodyPr>
          <a:lstStyle>
            <a:lvl1pPr>
              <a:defRPr sz="2400"/>
            </a:lvl1pPr>
          </a:lstStyle>
          <a:p>
            <a:endParaRPr lang="en-US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4CAB72C9-09BC-B44D-01D6-3438284159C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849035" y="4041058"/>
            <a:ext cx="5943182" cy="5127000"/>
          </a:xfrm>
          <a:custGeom>
            <a:avLst/>
            <a:gdLst>
              <a:gd name="connsiteX0" fmla="*/ 358377 w 5943182"/>
              <a:gd name="connsiteY0" fmla="*/ 0 h 5127000"/>
              <a:gd name="connsiteX1" fmla="*/ 5584805 w 5943182"/>
              <a:gd name="connsiteY1" fmla="*/ 0 h 5127000"/>
              <a:gd name="connsiteX2" fmla="*/ 5943182 w 5943182"/>
              <a:gd name="connsiteY2" fmla="*/ 358377 h 5127000"/>
              <a:gd name="connsiteX3" fmla="*/ 5943182 w 5943182"/>
              <a:gd name="connsiteY3" fmla="*/ 4768623 h 5127000"/>
              <a:gd name="connsiteX4" fmla="*/ 5584805 w 5943182"/>
              <a:gd name="connsiteY4" fmla="*/ 5127000 h 5127000"/>
              <a:gd name="connsiteX5" fmla="*/ 358377 w 5943182"/>
              <a:gd name="connsiteY5" fmla="*/ 5127000 h 5127000"/>
              <a:gd name="connsiteX6" fmla="*/ 0 w 5943182"/>
              <a:gd name="connsiteY6" fmla="*/ 4768623 h 5127000"/>
              <a:gd name="connsiteX7" fmla="*/ 0 w 5943182"/>
              <a:gd name="connsiteY7" fmla="*/ 358377 h 5127000"/>
              <a:gd name="connsiteX8" fmla="*/ 358377 w 5943182"/>
              <a:gd name="connsiteY8" fmla="*/ 0 h 5127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943182" h="5127000">
                <a:moveTo>
                  <a:pt x="358377" y="0"/>
                </a:moveTo>
                <a:lnTo>
                  <a:pt x="5584805" y="0"/>
                </a:lnTo>
                <a:cubicBezTo>
                  <a:pt x="5782731" y="0"/>
                  <a:pt x="5943182" y="160451"/>
                  <a:pt x="5943182" y="358377"/>
                </a:cubicBezTo>
                <a:lnTo>
                  <a:pt x="5943182" y="4768623"/>
                </a:lnTo>
                <a:cubicBezTo>
                  <a:pt x="5943182" y="4966549"/>
                  <a:pt x="5782731" y="5127000"/>
                  <a:pt x="5584805" y="5127000"/>
                </a:cubicBezTo>
                <a:lnTo>
                  <a:pt x="358377" y="5127000"/>
                </a:lnTo>
                <a:cubicBezTo>
                  <a:pt x="160451" y="5127000"/>
                  <a:pt x="0" y="4966549"/>
                  <a:pt x="0" y="4768623"/>
                </a:cubicBezTo>
                <a:lnTo>
                  <a:pt x="0" y="358377"/>
                </a:lnTo>
                <a:cubicBezTo>
                  <a:pt x="0" y="160451"/>
                  <a:pt x="160451" y="0"/>
                  <a:pt x="358377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24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868759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raphic 8">
            <a:extLst>
              <a:ext uri="{FF2B5EF4-FFF2-40B4-BE49-F238E27FC236}">
                <a16:creationId xmlns:a16="http://schemas.microsoft.com/office/drawing/2014/main" id="{1088A7A0-DB3C-88C2-58F6-2E1346B5436F}"/>
              </a:ext>
            </a:extLst>
          </p:cNvPr>
          <p:cNvSpPr/>
          <p:nvPr userDrawn="1"/>
        </p:nvSpPr>
        <p:spPr>
          <a:xfrm>
            <a:off x="884902" y="2875552"/>
            <a:ext cx="16516349" cy="6677025"/>
          </a:xfrm>
          <a:custGeom>
            <a:avLst/>
            <a:gdLst>
              <a:gd name="connsiteX0" fmla="*/ 16516350 w 16516349"/>
              <a:gd name="connsiteY0" fmla="*/ 568357 h 6677025"/>
              <a:gd name="connsiteX1" fmla="*/ 16516350 w 16516349"/>
              <a:gd name="connsiteY1" fmla="*/ 5786438 h 6677025"/>
              <a:gd name="connsiteX2" fmla="*/ 16311753 w 16516349"/>
              <a:gd name="connsiteY2" fmla="*/ 5991226 h 6677025"/>
              <a:gd name="connsiteX3" fmla="*/ 16311562 w 16516349"/>
              <a:gd name="connsiteY3" fmla="*/ 5991226 h 6677025"/>
              <a:gd name="connsiteX4" fmla="*/ 16311562 w 16516349"/>
              <a:gd name="connsiteY4" fmla="*/ 5991226 h 6677025"/>
              <a:gd name="connsiteX5" fmla="*/ 15616903 w 16516349"/>
              <a:gd name="connsiteY5" fmla="*/ 6524054 h 6677025"/>
              <a:gd name="connsiteX6" fmla="*/ 15418878 w 16516349"/>
              <a:gd name="connsiteY6" fmla="*/ 6677026 h 6677025"/>
              <a:gd name="connsiteX7" fmla="*/ 568357 w 16516349"/>
              <a:gd name="connsiteY7" fmla="*/ 6677026 h 6677025"/>
              <a:gd name="connsiteX8" fmla="*/ 0 w 16516349"/>
              <a:gd name="connsiteY8" fmla="*/ 6109812 h 6677025"/>
              <a:gd name="connsiteX9" fmla="*/ 0 w 16516349"/>
              <a:gd name="connsiteY9" fmla="*/ 6109240 h 6677025"/>
              <a:gd name="connsiteX10" fmla="*/ 0 w 16516349"/>
              <a:gd name="connsiteY10" fmla="*/ 568357 h 6677025"/>
              <a:gd name="connsiteX11" fmla="*/ 567595 w 16516349"/>
              <a:gd name="connsiteY11" fmla="*/ 0 h 6677025"/>
              <a:gd name="connsiteX12" fmla="*/ 568357 w 16516349"/>
              <a:gd name="connsiteY12" fmla="*/ 0 h 6677025"/>
              <a:gd name="connsiteX13" fmla="*/ 15948565 w 16516349"/>
              <a:gd name="connsiteY13" fmla="*/ 0 h 6677025"/>
              <a:gd name="connsiteX14" fmla="*/ 16516350 w 16516349"/>
              <a:gd name="connsiteY14" fmla="*/ 567785 h 6677025"/>
              <a:gd name="connsiteX15" fmla="*/ 16516350 w 16516349"/>
              <a:gd name="connsiteY15" fmla="*/ 568357 h 6677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6516349" h="6677025">
                <a:moveTo>
                  <a:pt x="16516350" y="568357"/>
                </a:moveTo>
                <a:lnTo>
                  <a:pt x="16516350" y="5786438"/>
                </a:lnTo>
                <a:cubicBezTo>
                  <a:pt x="16516402" y="5899486"/>
                  <a:pt x="16424801" y="5991173"/>
                  <a:pt x="16311753" y="5991226"/>
                </a:cubicBezTo>
                <a:cubicBezTo>
                  <a:pt x="16311689" y="5991226"/>
                  <a:pt x="16311626" y="5991226"/>
                  <a:pt x="16311562" y="5991226"/>
                </a:cubicBezTo>
                <a:lnTo>
                  <a:pt x="16311562" y="5991226"/>
                </a:lnTo>
                <a:cubicBezTo>
                  <a:pt x="15986276" y="5991654"/>
                  <a:pt x="15701623" y="6209994"/>
                  <a:pt x="15616903" y="6524054"/>
                </a:cubicBezTo>
                <a:cubicBezTo>
                  <a:pt x="15593169" y="6614015"/>
                  <a:pt x="15511918" y="6676781"/>
                  <a:pt x="15418878" y="6677026"/>
                </a:cubicBezTo>
                <a:lnTo>
                  <a:pt x="568357" y="6677026"/>
                </a:lnTo>
                <a:cubicBezTo>
                  <a:pt x="254778" y="6677341"/>
                  <a:pt x="316" y="6423391"/>
                  <a:pt x="0" y="6109812"/>
                </a:cubicBezTo>
                <a:cubicBezTo>
                  <a:pt x="0" y="6109621"/>
                  <a:pt x="0" y="6109431"/>
                  <a:pt x="0" y="6109240"/>
                </a:cubicBezTo>
                <a:lnTo>
                  <a:pt x="0" y="568357"/>
                </a:lnTo>
                <a:cubicBezTo>
                  <a:pt x="-210" y="254673"/>
                  <a:pt x="253910" y="211"/>
                  <a:pt x="567595" y="0"/>
                </a:cubicBezTo>
                <a:cubicBezTo>
                  <a:pt x="567849" y="0"/>
                  <a:pt x="568103" y="0"/>
                  <a:pt x="568357" y="0"/>
                </a:cubicBezTo>
                <a:lnTo>
                  <a:pt x="15948565" y="0"/>
                </a:lnTo>
                <a:cubicBezTo>
                  <a:pt x="16262144" y="0"/>
                  <a:pt x="16516350" y="254206"/>
                  <a:pt x="16516350" y="567785"/>
                </a:cubicBezTo>
                <a:cubicBezTo>
                  <a:pt x="16516350" y="567976"/>
                  <a:pt x="16516350" y="568166"/>
                  <a:pt x="16516350" y="568357"/>
                </a:cubicBezTo>
                <a:close/>
              </a:path>
            </a:pathLst>
          </a:custGeom>
          <a:gradFill flip="none" rotWithShape="1">
            <a:gsLst>
              <a:gs pos="52000">
                <a:srgbClr val="FEC26A">
                  <a:alpha val="21000"/>
                </a:srgbClr>
              </a:gs>
              <a:gs pos="77000">
                <a:srgbClr val="DFCAEE">
                  <a:alpha val="10000"/>
                </a:srgbClr>
              </a:gs>
              <a:gs pos="32000">
                <a:srgbClr val="DFCAEE">
                  <a:alpha val="10000"/>
                </a:srgbClr>
              </a:gs>
              <a:gs pos="0">
                <a:srgbClr val="D181FF">
                  <a:alpha val="14000"/>
                </a:srgbClr>
              </a:gs>
            </a:gsLst>
            <a:path path="circle">
              <a:fillToRect l="100000" t="100000"/>
            </a:path>
            <a:tileRect r="-100000" b="-100000"/>
          </a:gradFill>
          <a:ln w="25400" cap="rnd">
            <a:gradFill>
              <a:gsLst>
                <a:gs pos="23000">
                  <a:srgbClr val="36184D"/>
                </a:gs>
                <a:gs pos="35000">
                  <a:srgbClr val="5D2884"/>
                </a:gs>
                <a:gs pos="4000">
                  <a:srgbClr val="C39BE1"/>
                </a:gs>
                <a:gs pos="0">
                  <a:srgbClr val="C39BE1"/>
                </a:gs>
                <a:gs pos="86000">
                  <a:srgbClr val="2F1543"/>
                </a:gs>
              </a:gsLst>
              <a:lin ang="3600000" scaled="0"/>
            </a:gra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sz="100">
              <a:solidFill>
                <a:schemeClr val="lt1"/>
              </a:solidFill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B4F1B64-299E-6F5A-D8FE-720798F043A6}"/>
              </a:ext>
            </a:extLst>
          </p:cNvPr>
          <p:cNvSpPr/>
          <p:nvPr userDrawn="1"/>
        </p:nvSpPr>
        <p:spPr>
          <a:xfrm>
            <a:off x="16795004" y="9180353"/>
            <a:ext cx="1212882" cy="809888"/>
          </a:xfrm>
          <a:prstGeom prst="roundRect">
            <a:avLst>
              <a:gd name="adj" fmla="val 50000"/>
            </a:avLst>
          </a:prstGeom>
          <a:gradFill>
            <a:gsLst>
              <a:gs pos="100000">
                <a:srgbClr val="2D1440"/>
              </a:gs>
              <a:gs pos="0">
                <a:srgbClr val="040206">
                  <a:alpha val="85000"/>
                </a:srgbClr>
              </a:gs>
            </a:gsLst>
            <a:lin ang="3600000" scaled="0"/>
          </a:gradFill>
          <a:ln w="25400" cap="rnd">
            <a:gradFill>
              <a:gsLst>
                <a:gs pos="73000">
                  <a:srgbClr val="5D2884"/>
                </a:gs>
                <a:gs pos="33000">
                  <a:srgbClr val="210F2F"/>
                </a:gs>
                <a:gs pos="4000">
                  <a:srgbClr val="C39BE1"/>
                </a:gs>
                <a:gs pos="0">
                  <a:srgbClr val="C39BE1"/>
                </a:gs>
                <a:gs pos="86000">
                  <a:srgbClr val="2F1543"/>
                </a:gs>
                <a:gs pos="0">
                  <a:srgbClr val="2F1543"/>
                </a:gs>
              </a:gsLst>
              <a:lin ang="4800000" scaled="0"/>
            </a:gra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BB8A89FE-6793-57B6-A77B-86AE93C8C8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3589160" y="9298374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gradFill>
                  <a:gsLst>
                    <a:gs pos="0">
                      <a:srgbClr val="9FFFFF"/>
                    </a:gs>
                    <a:gs pos="50000">
                      <a:srgbClr val="D181FF"/>
                    </a:gs>
                    <a:gs pos="100000">
                      <a:srgbClr val="FEC26A"/>
                    </a:gs>
                  </a:gsLst>
                  <a:lin ang="21000000" scaled="0"/>
                </a:gradFill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fld id="{548DC41A-E892-4CAF-B53C-4BCD571507F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78408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F6B57E-1CAA-EC29-92FC-25FAE0F526E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668000" y="1752600"/>
            <a:ext cx="7620000" cy="8534400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556592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133282A-B01F-35AD-3386-DC87B6B5DA96}"/>
              </a:ext>
            </a:extLst>
          </p:cNvPr>
          <p:cNvSpPr/>
          <p:nvPr userDrawn="1"/>
        </p:nvSpPr>
        <p:spPr>
          <a:xfrm>
            <a:off x="805546" y="676591"/>
            <a:ext cx="16676910" cy="4889563"/>
          </a:xfrm>
          <a:prstGeom prst="roundRect">
            <a:avLst>
              <a:gd name="adj" fmla="val 7314"/>
            </a:avLst>
          </a:prstGeom>
          <a:gradFill>
            <a:gsLst>
              <a:gs pos="100000">
                <a:srgbClr val="DFCAEE">
                  <a:alpha val="10000"/>
                </a:srgbClr>
              </a:gs>
              <a:gs pos="0">
                <a:srgbClr val="DFCAEE">
                  <a:alpha val="20000"/>
                </a:srgbClr>
              </a:gs>
            </a:gsLst>
            <a:lin ang="3600000" scaled="0"/>
          </a:gradFill>
          <a:ln w="25400" cap="rnd">
            <a:gradFill>
              <a:gsLst>
                <a:gs pos="23000">
                  <a:srgbClr val="36184D"/>
                </a:gs>
                <a:gs pos="35000">
                  <a:srgbClr val="5D2884"/>
                </a:gs>
                <a:gs pos="4000">
                  <a:srgbClr val="C39BE1"/>
                </a:gs>
                <a:gs pos="0">
                  <a:srgbClr val="C39BE1"/>
                </a:gs>
                <a:gs pos="86000">
                  <a:srgbClr val="2F1543"/>
                </a:gs>
              </a:gsLst>
              <a:lin ang="3600000" scaled="0"/>
            </a:gra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0E9EB13E-05C6-08AA-2902-B5A4EAF84E1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88572" y="968722"/>
            <a:ext cx="16110858" cy="4305300"/>
          </a:xfrm>
          <a:custGeom>
            <a:avLst/>
            <a:gdLst>
              <a:gd name="connsiteX0" fmla="*/ 234122 w 16110858"/>
              <a:gd name="connsiteY0" fmla="*/ 0 h 4305300"/>
              <a:gd name="connsiteX1" fmla="*/ 15876736 w 16110858"/>
              <a:gd name="connsiteY1" fmla="*/ 0 h 4305300"/>
              <a:gd name="connsiteX2" fmla="*/ 16110858 w 16110858"/>
              <a:gd name="connsiteY2" fmla="*/ 234122 h 4305300"/>
              <a:gd name="connsiteX3" fmla="*/ 16110858 w 16110858"/>
              <a:gd name="connsiteY3" fmla="*/ 4071178 h 4305300"/>
              <a:gd name="connsiteX4" fmla="*/ 15876736 w 16110858"/>
              <a:gd name="connsiteY4" fmla="*/ 4305300 h 4305300"/>
              <a:gd name="connsiteX5" fmla="*/ 234122 w 16110858"/>
              <a:gd name="connsiteY5" fmla="*/ 4305300 h 4305300"/>
              <a:gd name="connsiteX6" fmla="*/ 0 w 16110858"/>
              <a:gd name="connsiteY6" fmla="*/ 4071178 h 4305300"/>
              <a:gd name="connsiteX7" fmla="*/ 0 w 16110858"/>
              <a:gd name="connsiteY7" fmla="*/ 234122 h 4305300"/>
              <a:gd name="connsiteX8" fmla="*/ 234122 w 16110858"/>
              <a:gd name="connsiteY8" fmla="*/ 0 h 430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110858" h="4305300">
                <a:moveTo>
                  <a:pt x="234122" y="0"/>
                </a:moveTo>
                <a:lnTo>
                  <a:pt x="15876736" y="0"/>
                </a:lnTo>
                <a:cubicBezTo>
                  <a:pt x="16006038" y="0"/>
                  <a:pt x="16110858" y="104820"/>
                  <a:pt x="16110858" y="234122"/>
                </a:cubicBezTo>
                <a:lnTo>
                  <a:pt x="16110858" y="4071178"/>
                </a:lnTo>
                <a:cubicBezTo>
                  <a:pt x="16110858" y="4200480"/>
                  <a:pt x="16006038" y="4305300"/>
                  <a:pt x="15876736" y="4305300"/>
                </a:cubicBezTo>
                <a:lnTo>
                  <a:pt x="234122" y="4305300"/>
                </a:lnTo>
                <a:cubicBezTo>
                  <a:pt x="104820" y="4305300"/>
                  <a:pt x="0" y="4200480"/>
                  <a:pt x="0" y="4071178"/>
                </a:cubicBezTo>
                <a:lnTo>
                  <a:pt x="0" y="234122"/>
                </a:lnTo>
                <a:cubicBezTo>
                  <a:pt x="0" y="104820"/>
                  <a:pt x="104820" y="0"/>
                  <a:pt x="234122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2400"/>
            </a:lvl1pPr>
          </a:lstStyle>
          <a:p>
            <a:endParaRPr lang="en-US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E8797020-B17D-BC4C-9895-FF4DA1A43E89}"/>
              </a:ext>
            </a:extLst>
          </p:cNvPr>
          <p:cNvSpPr/>
          <p:nvPr userDrawn="1"/>
        </p:nvSpPr>
        <p:spPr>
          <a:xfrm>
            <a:off x="16795004" y="9180353"/>
            <a:ext cx="1212882" cy="809888"/>
          </a:xfrm>
          <a:prstGeom prst="roundRect">
            <a:avLst>
              <a:gd name="adj" fmla="val 50000"/>
            </a:avLst>
          </a:prstGeom>
          <a:gradFill>
            <a:gsLst>
              <a:gs pos="100000">
                <a:srgbClr val="2D1440"/>
              </a:gs>
              <a:gs pos="0">
                <a:srgbClr val="040206">
                  <a:alpha val="85000"/>
                </a:srgbClr>
              </a:gs>
            </a:gsLst>
            <a:lin ang="3600000" scaled="0"/>
          </a:gradFill>
          <a:ln w="25400" cap="rnd">
            <a:gradFill>
              <a:gsLst>
                <a:gs pos="73000">
                  <a:srgbClr val="5D2884"/>
                </a:gs>
                <a:gs pos="33000">
                  <a:srgbClr val="210F2F"/>
                </a:gs>
                <a:gs pos="4000">
                  <a:srgbClr val="C39BE1"/>
                </a:gs>
                <a:gs pos="0">
                  <a:srgbClr val="C39BE1"/>
                </a:gs>
                <a:gs pos="86000">
                  <a:srgbClr val="2F1543"/>
                </a:gs>
                <a:gs pos="0">
                  <a:srgbClr val="2F1543"/>
                </a:gs>
              </a:gsLst>
              <a:lin ang="4800000" scaled="0"/>
            </a:gra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709D072F-BA9C-D58C-86C6-D2CF8CCFAA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3589160" y="9298374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gradFill>
                  <a:gsLst>
                    <a:gs pos="0">
                      <a:srgbClr val="9FFFFF"/>
                    </a:gs>
                    <a:gs pos="50000">
                      <a:srgbClr val="D181FF"/>
                    </a:gs>
                    <a:gs pos="100000">
                      <a:srgbClr val="FEC26A"/>
                    </a:gs>
                  </a:gsLst>
                  <a:lin ang="21000000" scaled="0"/>
                </a:gradFill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fld id="{548DC41A-E892-4CAF-B53C-4BCD571507F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640955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133282A-B01F-35AD-3386-DC87B6B5DA96}"/>
              </a:ext>
            </a:extLst>
          </p:cNvPr>
          <p:cNvSpPr/>
          <p:nvPr userDrawn="1"/>
        </p:nvSpPr>
        <p:spPr>
          <a:xfrm>
            <a:off x="805546" y="676591"/>
            <a:ext cx="16676910" cy="4889563"/>
          </a:xfrm>
          <a:prstGeom prst="roundRect">
            <a:avLst>
              <a:gd name="adj" fmla="val 7314"/>
            </a:avLst>
          </a:prstGeom>
          <a:gradFill>
            <a:gsLst>
              <a:gs pos="100000">
                <a:srgbClr val="DFCAEE">
                  <a:alpha val="10000"/>
                </a:srgbClr>
              </a:gs>
              <a:gs pos="0">
                <a:srgbClr val="DFCAEE">
                  <a:alpha val="20000"/>
                </a:srgbClr>
              </a:gs>
            </a:gsLst>
            <a:lin ang="3600000" scaled="0"/>
          </a:gradFill>
          <a:ln w="25400" cap="rnd">
            <a:gradFill>
              <a:gsLst>
                <a:gs pos="23000">
                  <a:srgbClr val="36184D"/>
                </a:gs>
                <a:gs pos="35000">
                  <a:srgbClr val="5D2884"/>
                </a:gs>
                <a:gs pos="4000">
                  <a:srgbClr val="C39BE1"/>
                </a:gs>
                <a:gs pos="0">
                  <a:srgbClr val="C39BE1"/>
                </a:gs>
                <a:gs pos="86000">
                  <a:srgbClr val="2F1543"/>
                </a:gs>
              </a:gsLst>
              <a:lin ang="3600000" scaled="0"/>
            </a:gra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0E9EB13E-05C6-08AA-2902-B5A4EAF84E1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88572" y="968722"/>
            <a:ext cx="16110858" cy="4305300"/>
          </a:xfrm>
          <a:custGeom>
            <a:avLst/>
            <a:gdLst>
              <a:gd name="connsiteX0" fmla="*/ 234122 w 16110858"/>
              <a:gd name="connsiteY0" fmla="*/ 0 h 4305300"/>
              <a:gd name="connsiteX1" fmla="*/ 15876736 w 16110858"/>
              <a:gd name="connsiteY1" fmla="*/ 0 h 4305300"/>
              <a:gd name="connsiteX2" fmla="*/ 16110858 w 16110858"/>
              <a:gd name="connsiteY2" fmla="*/ 234122 h 4305300"/>
              <a:gd name="connsiteX3" fmla="*/ 16110858 w 16110858"/>
              <a:gd name="connsiteY3" fmla="*/ 4071178 h 4305300"/>
              <a:gd name="connsiteX4" fmla="*/ 15876736 w 16110858"/>
              <a:gd name="connsiteY4" fmla="*/ 4305300 h 4305300"/>
              <a:gd name="connsiteX5" fmla="*/ 234122 w 16110858"/>
              <a:gd name="connsiteY5" fmla="*/ 4305300 h 4305300"/>
              <a:gd name="connsiteX6" fmla="*/ 0 w 16110858"/>
              <a:gd name="connsiteY6" fmla="*/ 4071178 h 4305300"/>
              <a:gd name="connsiteX7" fmla="*/ 0 w 16110858"/>
              <a:gd name="connsiteY7" fmla="*/ 234122 h 4305300"/>
              <a:gd name="connsiteX8" fmla="*/ 234122 w 16110858"/>
              <a:gd name="connsiteY8" fmla="*/ 0 h 430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110858" h="4305300">
                <a:moveTo>
                  <a:pt x="234122" y="0"/>
                </a:moveTo>
                <a:lnTo>
                  <a:pt x="15876736" y="0"/>
                </a:lnTo>
                <a:cubicBezTo>
                  <a:pt x="16006038" y="0"/>
                  <a:pt x="16110858" y="104820"/>
                  <a:pt x="16110858" y="234122"/>
                </a:cubicBezTo>
                <a:lnTo>
                  <a:pt x="16110858" y="4071178"/>
                </a:lnTo>
                <a:cubicBezTo>
                  <a:pt x="16110858" y="4200480"/>
                  <a:pt x="16006038" y="4305300"/>
                  <a:pt x="15876736" y="4305300"/>
                </a:cubicBezTo>
                <a:lnTo>
                  <a:pt x="234122" y="4305300"/>
                </a:lnTo>
                <a:cubicBezTo>
                  <a:pt x="104820" y="4305300"/>
                  <a:pt x="0" y="4200480"/>
                  <a:pt x="0" y="4071178"/>
                </a:cubicBezTo>
                <a:lnTo>
                  <a:pt x="0" y="234122"/>
                </a:lnTo>
                <a:cubicBezTo>
                  <a:pt x="0" y="104820"/>
                  <a:pt x="104820" y="0"/>
                  <a:pt x="234122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24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682598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87B88DA-5568-4139-E3D4-DCF499E51546}"/>
              </a:ext>
            </a:extLst>
          </p:cNvPr>
          <p:cNvSpPr/>
          <p:nvPr userDrawn="1"/>
        </p:nvSpPr>
        <p:spPr>
          <a:xfrm>
            <a:off x="16795004" y="9180353"/>
            <a:ext cx="1212882" cy="809888"/>
          </a:xfrm>
          <a:prstGeom prst="roundRect">
            <a:avLst>
              <a:gd name="adj" fmla="val 50000"/>
            </a:avLst>
          </a:prstGeom>
          <a:gradFill>
            <a:gsLst>
              <a:gs pos="100000">
                <a:srgbClr val="2D1440"/>
              </a:gs>
              <a:gs pos="0">
                <a:srgbClr val="040206">
                  <a:alpha val="85000"/>
                </a:srgbClr>
              </a:gs>
            </a:gsLst>
            <a:lin ang="3600000" scaled="0"/>
          </a:gradFill>
          <a:ln w="25400" cap="rnd">
            <a:gradFill>
              <a:gsLst>
                <a:gs pos="73000">
                  <a:srgbClr val="5D2884"/>
                </a:gs>
                <a:gs pos="33000">
                  <a:srgbClr val="210F2F"/>
                </a:gs>
                <a:gs pos="4000">
                  <a:srgbClr val="C39BE1"/>
                </a:gs>
                <a:gs pos="0">
                  <a:srgbClr val="C39BE1"/>
                </a:gs>
                <a:gs pos="86000">
                  <a:srgbClr val="2F1543"/>
                </a:gs>
                <a:gs pos="0">
                  <a:srgbClr val="2F1543"/>
                </a:gs>
              </a:gsLst>
              <a:lin ang="4800000" scaled="0"/>
            </a:gra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C1FA1AF-3780-0D69-CD30-FDBB4EDAC0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3589160" y="9298374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gradFill>
                  <a:gsLst>
                    <a:gs pos="0">
                      <a:srgbClr val="9FFFFF"/>
                    </a:gs>
                    <a:gs pos="50000">
                      <a:srgbClr val="D181FF"/>
                    </a:gs>
                    <a:gs pos="100000">
                      <a:srgbClr val="FEC26A"/>
                    </a:gs>
                  </a:gsLst>
                  <a:lin ang="21000000" scaled="0"/>
                </a:gradFill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fld id="{548DC41A-E892-4CAF-B53C-4BCD571507F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FBCA8CFB-E25C-8221-6B7B-6853709A7F8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585682" y="293455"/>
            <a:ext cx="9422204" cy="9680974"/>
          </a:xfrm>
          <a:custGeom>
            <a:avLst/>
            <a:gdLst>
              <a:gd name="connsiteX0" fmla="*/ 554394 w 9422204"/>
              <a:gd name="connsiteY0" fmla="*/ 0 h 9680974"/>
              <a:gd name="connsiteX1" fmla="*/ 8867810 w 9422204"/>
              <a:gd name="connsiteY1" fmla="*/ 0 h 9680974"/>
              <a:gd name="connsiteX2" fmla="*/ 9422204 w 9422204"/>
              <a:gd name="connsiteY2" fmla="*/ 677805 h 9680974"/>
              <a:gd name="connsiteX3" fmla="*/ 9422204 w 9422204"/>
              <a:gd name="connsiteY3" fmla="*/ 4561785 h 9680974"/>
              <a:gd name="connsiteX4" fmla="*/ 9422204 w 9422204"/>
              <a:gd name="connsiteY4" fmla="*/ 4561786 h 9680974"/>
              <a:gd name="connsiteX5" fmla="*/ 9422204 w 9422204"/>
              <a:gd name="connsiteY5" fmla="*/ 8288762 h 9680974"/>
              <a:gd name="connsiteX6" fmla="*/ 9412306 w 9422204"/>
              <a:gd name="connsiteY6" fmla="*/ 8320693 h 9680974"/>
              <a:gd name="connsiteX7" fmla="*/ 9055982 w 9422204"/>
              <a:gd name="connsiteY7" fmla="*/ 8557073 h 9680974"/>
              <a:gd name="connsiteX8" fmla="*/ 9049646 w 9422204"/>
              <a:gd name="connsiteY8" fmla="*/ 8557024 h 9680974"/>
              <a:gd name="connsiteX9" fmla="*/ 8638070 w 9422204"/>
              <a:gd name="connsiteY9" fmla="*/ 8557023 h 9680974"/>
              <a:gd name="connsiteX10" fmla="*/ 7909123 w 9422204"/>
              <a:gd name="connsiteY10" fmla="*/ 9276637 h 9680974"/>
              <a:gd name="connsiteX11" fmla="*/ 7909123 w 9422204"/>
              <a:gd name="connsiteY11" fmla="*/ 9288067 h 9680974"/>
              <a:gd name="connsiteX12" fmla="*/ 7528456 w 9422204"/>
              <a:gd name="connsiteY12" fmla="*/ 9680926 h 9680974"/>
              <a:gd name="connsiteX13" fmla="*/ 7522217 w 9422204"/>
              <a:gd name="connsiteY13" fmla="*/ 9680974 h 9680974"/>
              <a:gd name="connsiteX14" fmla="*/ 437289 w 9422204"/>
              <a:gd name="connsiteY14" fmla="*/ 9680974 h 9680974"/>
              <a:gd name="connsiteX15" fmla="*/ 338599 w 9422204"/>
              <a:gd name="connsiteY15" fmla="*/ 9643520 h 9680974"/>
              <a:gd name="connsiteX16" fmla="*/ 0 w 9422204"/>
              <a:gd name="connsiteY16" fmla="*/ 9018980 h 9680974"/>
              <a:gd name="connsiteX17" fmla="*/ 0 w 9422204"/>
              <a:gd name="connsiteY17" fmla="*/ 4480229 h 9680974"/>
              <a:gd name="connsiteX18" fmla="*/ 0 w 9422204"/>
              <a:gd name="connsiteY18" fmla="*/ 4480228 h 9680974"/>
              <a:gd name="connsiteX19" fmla="*/ 0 w 9422204"/>
              <a:gd name="connsiteY19" fmla="*/ 677805 h 9680974"/>
              <a:gd name="connsiteX20" fmla="*/ 554394 w 9422204"/>
              <a:gd name="connsiteY20" fmla="*/ 0 h 96809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9422204" h="9680974">
                <a:moveTo>
                  <a:pt x="554394" y="0"/>
                </a:moveTo>
                <a:lnTo>
                  <a:pt x="8867810" y="0"/>
                </a:lnTo>
                <a:cubicBezTo>
                  <a:pt x="9173994" y="0"/>
                  <a:pt x="9422204" y="303464"/>
                  <a:pt x="9422204" y="677805"/>
                </a:cubicBezTo>
                <a:lnTo>
                  <a:pt x="9422204" y="4561785"/>
                </a:lnTo>
                <a:lnTo>
                  <a:pt x="9422204" y="4561786"/>
                </a:lnTo>
                <a:lnTo>
                  <a:pt x="9422204" y="8288762"/>
                </a:lnTo>
                <a:lnTo>
                  <a:pt x="9412306" y="8320693"/>
                </a:lnTo>
                <a:cubicBezTo>
                  <a:pt x="9353636" y="8459547"/>
                  <a:pt x="9216202" y="8557013"/>
                  <a:pt x="9055982" y="8557073"/>
                </a:cubicBezTo>
                <a:cubicBezTo>
                  <a:pt x="9053870" y="8557074"/>
                  <a:pt x="9051758" y="8557057"/>
                  <a:pt x="9049646" y="8557024"/>
                </a:cubicBezTo>
                <a:lnTo>
                  <a:pt x="8638070" y="8557023"/>
                </a:lnTo>
                <a:cubicBezTo>
                  <a:pt x="8242214" y="8557023"/>
                  <a:pt x="7908933" y="8880873"/>
                  <a:pt x="7909123" y="9276637"/>
                </a:cubicBezTo>
                <a:cubicBezTo>
                  <a:pt x="7909123" y="9280447"/>
                  <a:pt x="7909123" y="9284257"/>
                  <a:pt x="7909123" y="9288067"/>
                </a:cubicBezTo>
                <a:cubicBezTo>
                  <a:pt x="7912490" y="9501670"/>
                  <a:pt x="7742060" y="9677559"/>
                  <a:pt x="7528456" y="9680926"/>
                </a:cubicBezTo>
                <a:cubicBezTo>
                  <a:pt x="7526376" y="9680958"/>
                  <a:pt x="7524297" y="9680974"/>
                  <a:pt x="7522217" y="9680974"/>
                </a:cubicBezTo>
                <a:lnTo>
                  <a:pt x="437289" y="9680974"/>
                </a:lnTo>
                <a:lnTo>
                  <a:pt x="338599" y="9643520"/>
                </a:lnTo>
                <a:cubicBezTo>
                  <a:pt x="139619" y="9540623"/>
                  <a:pt x="0" y="9299736"/>
                  <a:pt x="0" y="9018980"/>
                </a:cubicBezTo>
                <a:lnTo>
                  <a:pt x="0" y="4480229"/>
                </a:lnTo>
                <a:lnTo>
                  <a:pt x="0" y="4480228"/>
                </a:lnTo>
                <a:lnTo>
                  <a:pt x="0" y="677805"/>
                </a:lnTo>
                <a:cubicBezTo>
                  <a:pt x="0" y="303464"/>
                  <a:pt x="248211" y="0"/>
                  <a:pt x="554394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2400"/>
            </a:lvl1pPr>
          </a:lstStyle>
          <a:p>
            <a:endParaRPr lang="en-US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C9372A41-ECE1-16DD-36D2-3EF263945AE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873343" y="4930078"/>
            <a:ext cx="3892110" cy="3718622"/>
          </a:xfrm>
          <a:custGeom>
            <a:avLst/>
            <a:gdLst>
              <a:gd name="connsiteX0" fmla="*/ 353083 w 3892110"/>
              <a:gd name="connsiteY0" fmla="*/ 0 h 3718622"/>
              <a:gd name="connsiteX1" fmla="*/ 3539027 w 3892110"/>
              <a:gd name="connsiteY1" fmla="*/ 0 h 3718622"/>
              <a:gd name="connsiteX2" fmla="*/ 3892110 w 3892110"/>
              <a:gd name="connsiteY2" fmla="*/ 353083 h 3718622"/>
              <a:gd name="connsiteX3" fmla="*/ 3892110 w 3892110"/>
              <a:gd name="connsiteY3" fmla="*/ 3365539 h 3718622"/>
              <a:gd name="connsiteX4" fmla="*/ 3539027 w 3892110"/>
              <a:gd name="connsiteY4" fmla="*/ 3718622 h 3718622"/>
              <a:gd name="connsiteX5" fmla="*/ 353083 w 3892110"/>
              <a:gd name="connsiteY5" fmla="*/ 3718622 h 3718622"/>
              <a:gd name="connsiteX6" fmla="*/ 0 w 3892110"/>
              <a:gd name="connsiteY6" fmla="*/ 3365539 h 3718622"/>
              <a:gd name="connsiteX7" fmla="*/ 0 w 3892110"/>
              <a:gd name="connsiteY7" fmla="*/ 353083 h 3718622"/>
              <a:gd name="connsiteX8" fmla="*/ 353083 w 3892110"/>
              <a:gd name="connsiteY8" fmla="*/ 0 h 37186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92110" h="3718622">
                <a:moveTo>
                  <a:pt x="353083" y="0"/>
                </a:moveTo>
                <a:lnTo>
                  <a:pt x="3539027" y="0"/>
                </a:lnTo>
                <a:cubicBezTo>
                  <a:pt x="3734029" y="0"/>
                  <a:pt x="3892110" y="158081"/>
                  <a:pt x="3892110" y="353083"/>
                </a:cubicBezTo>
                <a:lnTo>
                  <a:pt x="3892110" y="3365539"/>
                </a:lnTo>
                <a:cubicBezTo>
                  <a:pt x="3892110" y="3560541"/>
                  <a:pt x="3734029" y="3718622"/>
                  <a:pt x="3539027" y="3718622"/>
                </a:cubicBezTo>
                <a:lnTo>
                  <a:pt x="353083" y="3718622"/>
                </a:lnTo>
                <a:cubicBezTo>
                  <a:pt x="158081" y="3718622"/>
                  <a:pt x="0" y="3560541"/>
                  <a:pt x="0" y="3365539"/>
                </a:cubicBezTo>
                <a:lnTo>
                  <a:pt x="0" y="353083"/>
                </a:lnTo>
                <a:cubicBezTo>
                  <a:pt x="0" y="158081"/>
                  <a:pt x="158081" y="0"/>
                  <a:pt x="353083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2400"/>
            </a:lvl1pPr>
          </a:lstStyle>
          <a:p>
            <a:endParaRPr lang="en-US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0C40443A-734D-A863-CB1B-4B99AABA272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132265" y="4930078"/>
            <a:ext cx="3892110" cy="3718622"/>
          </a:xfrm>
          <a:custGeom>
            <a:avLst/>
            <a:gdLst>
              <a:gd name="connsiteX0" fmla="*/ 353083 w 3892110"/>
              <a:gd name="connsiteY0" fmla="*/ 0 h 3718622"/>
              <a:gd name="connsiteX1" fmla="*/ 3539027 w 3892110"/>
              <a:gd name="connsiteY1" fmla="*/ 0 h 3718622"/>
              <a:gd name="connsiteX2" fmla="*/ 3892110 w 3892110"/>
              <a:gd name="connsiteY2" fmla="*/ 353083 h 3718622"/>
              <a:gd name="connsiteX3" fmla="*/ 3892110 w 3892110"/>
              <a:gd name="connsiteY3" fmla="*/ 3365539 h 3718622"/>
              <a:gd name="connsiteX4" fmla="*/ 3539027 w 3892110"/>
              <a:gd name="connsiteY4" fmla="*/ 3718622 h 3718622"/>
              <a:gd name="connsiteX5" fmla="*/ 353083 w 3892110"/>
              <a:gd name="connsiteY5" fmla="*/ 3718622 h 3718622"/>
              <a:gd name="connsiteX6" fmla="*/ 0 w 3892110"/>
              <a:gd name="connsiteY6" fmla="*/ 3365539 h 3718622"/>
              <a:gd name="connsiteX7" fmla="*/ 0 w 3892110"/>
              <a:gd name="connsiteY7" fmla="*/ 353083 h 3718622"/>
              <a:gd name="connsiteX8" fmla="*/ 353083 w 3892110"/>
              <a:gd name="connsiteY8" fmla="*/ 0 h 37186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92110" h="3718622">
                <a:moveTo>
                  <a:pt x="353083" y="0"/>
                </a:moveTo>
                <a:lnTo>
                  <a:pt x="3539027" y="0"/>
                </a:lnTo>
                <a:cubicBezTo>
                  <a:pt x="3734029" y="0"/>
                  <a:pt x="3892110" y="158081"/>
                  <a:pt x="3892110" y="353083"/>
                </a:cubicBezTo>
                <a:lnTo>
                  <a:pt x="3892110" y="3365539"/>
                </a:lnTo>
                <a:cubicBezTo>
                  <a:pt x="3892110" y="3560541"/>
                  <a:pt x="3734029" y="3718622"/>
                  <a:pt x="3539027" y="3718622"/>
                </a:cubicBezTo>
                <a:lnTo>
                  <a:pt x="353083" y="3718622"/>
                </a:lnTo>
                <a:cubicBezTo>
                  <a:pt x="158081" y="3718622"/>
                  <a:pt x="0" y="3560541"/>
                  <a:pt x="0" y="3365539"/>
                </a:cubicBezTo>
                <a:lnTo>
                  <a:pt x="0" y="353083"/>
                </a:lnTo>
                <a:cubicBezTo>
                  <a:pt x="0" y="158081"/>
                  <a:pt x="158081" y="0"/>
                  <a:pt x="353083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2400"/>
            </a:lvl1pPr>
          </a:lstStyle>
          <a:p>
            <a:endParaRPr lang="en-US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6343365D-E6A1-038C-873A-9F12B8F5EB2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3410610" y="4864301"/>
            <a:ext cx="3895438" cy="3714180"/>
          </a:xfrm>
          <a:custGeom>
            <a:avLst/>
            <a:gdLst>
              <a:gd name="connsiteX0" fmla="*/ 352425 w 3895438"/>
              <a:gd name="connsiteY0" fmla="*/ 1 h 3714180"/>
              <a:gd name="connsiteX1" fmla="*/ 3542728 w 3895438"/>
              <a:gd name="connsiteY1" fmla="*/ 1 h 3714180"/>
              <a:gd name="connsiteX2" fmla="*/ 3895438 w 3895438"/>
              <a:gd name="connsiteY2" fmla="*/ 352140 h 3714180"/>
              <a:gd name="connsiteX3" fmla="*/ 3895438 w 3895438"/>
              <a:gd name="connsiteY3" fmla="*/ 352426 h 3714180"/>
              <a:gd name="connsiteX4" fmla="*/ 3895438 w 3895438"/>
              <a:gd name="connsiteY4" fmla="*/ 2900078 h 3714180"/>
              <a:gd name="connsiteX5" fmla="*/ 3557302 w 3895438"/>
              <a:gd name="connsiteY5" fmla="*/ 3238216 h 3714180"/>
              <a:gd name="connsiteX6" fmla="*/ 2776252 w 3895438"/>
              <a:gd name="connsiteY6" fmla="*/ 3595403 h 3714180"/>
              <a:gd name="connsiteX7" fmla="*/ 2519077 w 3895438"/>
              <a:gd name="connsiteY7" fmla="*/ 3714180 h 3714180"/>
              <a:gd name="connsiteX8" fmla="*/ 352425 w 3895438"/>
              <a:gd name="connsiteY8" fmla="*/ 3714180 h 3714180"/>
              <a:gd name="connsiteX9" fmla="*/ 0 w 3895438"/>
              <a:gd name="connsiteY9" fmla="*/ 3361755 h 3714180"/>
              <a:gd name="connsiteX10" fmla="*/ 0 w 3895438"/>
              <a:gd name="connsiteY10" fmla="*/ 352426 h 3714180"/>
              <a:gd name="connsiteX11" fmla="*/ 352425 w 3895438"/>
              <a:gd name="connsiteY11" fmla="*/ 1 h 3714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895438" h="3714180">
                <a:moveTo>
                  <a:pt x="352425" y="1"/>
                </a:moveTo>
                <a:lnTo>
                  <a:pt x="3542728" y="1"/>
                </a:lnTo>
                <a:cubicBezTo>
                  <a:pt x="3737366" y="-157"/>
                  <a:pt x="3895282" y="157501"/>
                  <a:pt x="3895438" y="352140"/>
                </a:cubicBezTo>
                <a:cubicBezTo>
                  <a:pt x="3895438" y="352236"/>
                  <a:pt x="3895438" y="352331"/>
                  <a:pt x="3895438" y="352426"/>
                </a:cubicBezTo>
                <a:lnTo>
                  <a:pt x="3895438" y="2900078"/>
                </a:lnTo>
                <a:cubicBezTo>
                  <a:pt x="3895438" y="3086826"/>
                  <a:pt x="3744050" y="3238216"/>
                  <a:pt x="3557302" y="3238216"/>
                </a:cubicBezTo>
                <a:cubicBezTo>
                  <a:pt x="3257400" y="3238047"/>
                  <a:pt x="2972280" y="3368437"/>
                  <a:pt x="2776252" y="3595403"/>
                </a:cubicBezTo>
                <a:cubicBezTo>
                  <a:pt x="2711799" y="3670404"/>
                  <a:pt x="2617967" y="3713740"/>
                  <a:pt x="2519077" y="3714180"/>
                </a:cubicBezTo>
                <a:lnTo>
                  <a:pt x="352425" y="3714180"/>
                </a:lnTo>
                <a:cubicBezTo>
                  <a:pt x="157786" y="3714180"/>
                  <a:pt x="0" y="3556394"/>
                  <a:pt x="0" y="3361755"/>
                </a:cubicBezTo>
                <a:lnTo>
                  <a:pt x="0" y="352426"/>
                </a:lnTo>
                <a:cubicBezTo>
                  <a:pt x="0" y="157787"/>
                  <a:pt x="157786" y="1"/>
                  <a:pt x="352425" y="1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24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429000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87B88DA-5568-4139-E3D4-DCF499E51546}"/>
              </a:ext>
            </a:extLst>
          </p:cNvPr>
          <p:cNvSpPr/>
          <p:nvPr userDrawn="1"/>
        </p:nvSpPr>
        <p:spPr>
          <a:xfrm>
            <a:off x="16795004" y="9180353"/>
            <a:ext cx="1212882" cy="809888"/>
          </a:xfrm>
          <a:prstGeom prst="roundRect">
            <a:avLst>
              <a:gd name="adj" fmla="val 50000"/>
            </a:avLst>
          </a:prstGeom>
          <a:gradFill>
            <a:gsLst>
              <a:gs pos="100000">
                <a:srgbClr val="2D1440"/>
              </a:gs>
              <a:gs pos="0">
                <a:srgbClr val="040206">
                  <a:alpha val="85000"/>
                </a:srgbClr>
              </a:gs>
            </a:gsLst>
            <a:lin ang="3600000" scaled="0"/>
          </a:gradFill>
          <a:ln w="25400" cap="rnd">
            <a:gradFill>
              <a:gsLst>
                <a:gs pos="73000">
                  <a:srgbClr val="5D2884"/>
                </a:gs>
                <a:gs pos="33000">
                  <a:srgbClr val="210F2F"/>
                </a:gs>
                <a:gs pos="4000">
                  <a:srgbClr val="C39BE1"/>
                </a:gs>
                <a:gs pos="0">
                  <a:srgbClr val="C39BE1"/>
                </a:gs>
                <a:gs pos="86000">
                  <a:srgbClr val="2F1543"/>
                </a:gs>
                <a:gs pos="0">
                  <a:srgbClr val="2F1543"/>
                </a:gs>
              </a:gsLst>
              <a:lin ang="4800000" scaled="0"/>
            </a:gra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C1FA1AF-3780-0D69-CD30-FDBB4EDAC0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3589160" y="9298374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gradFill>
                  <a:gsLst>
                    <a:gs pos="0">
                      <a:srgbClr val="9FFFFF"/>
                    </a:gs>
                    <a:gs pos="50000">
                      <a:srgbClr val="D181FF"/>
                    </a:gs>
                    <a:gs pos="100000">
                      <a:srgbClr val="FEC26A"/>
                    </a:gs>
                  </a:gsLst>
                  <a:lin ang="21000000" scaled="0"/>
                </a:gradFill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fld id="{548DC41A-E892-4CAF-B53C-4BCD571507F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EBC58FF9-EB6B-4B09-191E-4C749363EE3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80114" y="1195287"/>
            <a:ext cx="6996986" cy="8794954"/>
          </a:xfrm>
          <a:custGeom>
            <a:avLst/>
            <a:gdLst>
              <a:gd name="connsiteX0" fmla="*/ 512809 w 6996986"/>
              <a:gd name="connsiteY0" fmla="*/ 0 h 8794954"/>
              <a:gd name="connsiteX1" fmla="*/ 6484177 w 6996986"/>
              <a:gd name="connsiteY1" fmla="*/ 0 h 8794954"/>
              <a:gd name="connsiteX2" fmla="*/ 6996986 w 6996986"/>
              <a:gd name="connsiteY2" fmla="*/ 512809 h 8794954"/>
              <a:gd name="connsiteX3" fmla="*/ 6996986 w 6996986"/>
              <a:gd name="connsiteY3" fmla="*/ 8282145 h 8794954"/>
              <a:gd name="connsiteX4" fmla="*/ 6484177 w 6996986"/>
              <a:gd name="connsiteY4" fmla="*/ 8794954 h 8794954"/>
              <a:gd name="connsiteX5" fmla="*/ 512809 w 6996986"/>
              <a:gd name="connsiteY5" fmla="*/ 8794954 h 8794954"/>
              <a:gd name="connsiteX6" fmla="*/ 0 w 6996986"/>
              <a:gd name="connsiteY6" fmla="*/ 8282145 h 8794954"/>
              <a:gd name="connsiteX7" fmla="*/ 0 w 6996986"/>
              <a:gd name="connsiteY7" fmla="*/ 512809 h 8794954"/>
              <a:gd name="connsiteX8" fmla="*/ 512809 w 6996986"/>
              <a:gd name="connsiteY8" fmla="*/ 0 h 87949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996986" h="8794954">
                <a:moveTo>
                  <a:pt x="512809" y="0"/>
                </a:moveTo>
                <a:lnTo>
                  <a:pt x="6484177" y="0"/>
                </a:lnTo>
                <a:cubicBezTo>
                  <a:pt x="6767394" y="0"/>
                  <a:pt x="6996986" y="229592"/>
                  <a:pt x="6996986" y="512809"/>
                </a:cubicBezTo>
                <a:lnTo>
                  <a:pt x="6996986" y="8282145"/>
                </a:lnTo>
                <a:cubicBezTo>
                  <a:pt x="6996986" y="8565362"/>
                  <a:pt x="6767394" y="8794954"/>
                  <a:pt x="6484177" y="8794954"/>
                </a:cubicBezTo>
                <a:lnTo>
                  <a:pt x="512809" y="8794954"/>
                </a:lnTo>
                <a:cubicBezTo>
                  <a:pt x="229592" y="8794954"/>
                  <a:pt x="0" y="8565362"/>
                  <a:pt x="0" y="8282145"/>
                </a:cubicBezTo>
                <a:lnTo>
                  <a:pt x="0" y="512809"/>
                </a:lnTo>
                <a:cubicBezTo>
                  <a:pt x="0" y="229592"/>
                  <a:pt x="229592" y="0"/>
                  <a:pt x="512809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2400"/>
            </a:lvl1pPr>
          </a:lstStyle>
          <a:p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824D19BF-EBE2-1D57-6F12-56B227D8B54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19758" y="2740837"/>
            <a:ext cx="2514682" cy="2515774"/>
          </a:xfrm>
          <a:custGeom>
            <a:avLst/>
            <a:gdLst>
              <a:gd name="connsiteX0" fmla="*/ 112230 w 2514682"/>
              <a:gd name="connsiteY0" fmla="*/ 0 h 2515774"/>
              <a:gd name="connsiteX1" fmla="*/ 2402452 w 2514682"/>
              <a:gd name="connsiteY1" fmla="*/ 0 h 2515774"/>
              <a:gd name="connsiteX2" fmla="*/ 2514682 w 2514682"/>
              <a:gd name="connsiteY2" fmla="*/ 112230 h 2515774"/>
              <a:gd name="connsiteX3" fmla="*/ 2514682 w 2514682"/>
              <a:gd name="connsiteY3" fmla="*/ 2403544 h 2515774"/>
              <a:gd name="connsiteX4" fmla="*/ 2402452 w 2514682"/>
              <a:gd name="connsiteY4" fmla="*/ 2515774 h 2515774"/>
              <a:gd name="connsiteX5" fmla="*/ 112230 w 2514682"/>
              <a:gd name="connsiteY5" fmla="*/ 2515774 h 2515774"/>
              <a:gd name="connsiteX6" fmla="*/ 0 w 2514682"/>
              <a:gd name="connsiteY6" fmla="*/ 2403544 h 2515774"/>
              <a:gd name="connsiteX7" fmla="*/ 0 w 2514682"/>
              <a:gd name="connsiteY7" fmla="*/ 112230 h 2515774"/>
              <a:gd name="connsiteX8" fmla="*/ 112230 w 2514682"/>
              <a:gd name="connsiteY8" fmla="*/ 0 h 25157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514682" h="2515774">
                <a:moveTo>
                  <a:pt x="112230" y="0"/>
                </a:moveTo>
                <a:lnTo>
                  <a:pt x="2402452" y="0"/>
                </a:lnTo>
                <a:cubicBezTo>
                  <a:pt x="2464435" y="0"/>
                  <a:pt x="2514682" y="50247"/>
                  <a:pt x="2514682" y="112230"/>
                </a:cubicBezTo>
                <a:lnTo>
                  <a:pt x="2514682" y="2403544"/>
                </a:lnTo>
                <a:cubicBezTo>
                  <a:pt x="2514682" y="2465527"/>
                  <a:pt x="2464435" y="2515774"/>
                  <a:pt x="2402452" y="2515774"/>
                </a:cubicBezTo>
                <a:lnTo>
                  <a:pt x="112230" y="2515774"/>
                </a:lnTo>
                <a:cubicBezTo>
                  <a:pt x="50247" y="2515774"/>
                  <a:pt x="0" y="2465527"/>
                  <a:pt x="0" y="2403544"/>
                </a:cubicBezTo>
                <a:lnTo>
                  <a:pt x="0" y="112230"/>
                </a:lnTo>
                <a:cubicBezTo>
                  <a:pt x="0" y="50247"/>
                  <a:pt x="50247" y="0"/>
                  <a:pt x="11223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2400"/>
            </a:lvl1pPr>
          </a:lstStyle>
          <a:p>
            <a:endParaRPr lang="en-US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13E4E75-C441-96F9-18D2-042A0F71903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019758" y="5928917"/>
            <a:ext cx="2514682" cy="2515774"/>
          </a:xfrm>
          <a:custGeom>
            <a:avLst/>
            <a:gdLst>
              <a:gd name="connsiteX0" fmla="*/ 112230 w 2514682"/>
              <a:gd name="connsiteY0" fmla="*/ 0 h 2515774"/>
              <a:gd name="connsiteX1" fmla="*/ 2402452 w 2514682"/>
              <a:gd name="connsiteY1" fmla="*/ 0 h 2515774"/>
              <a:gd name="connsiteX2" fmla="*/ 2514682 w 2514682"/>
              <a:gd name="connsiteY2" fmla="*/ 112230 h 2515774"/>
              <a:gd name="connsiteX3" fmla="*/ 2514682 w 2514682"/>
              <a:gd name="connsiteY3" fmla="*/ 2403544 h 2515774"/>
              <a:gd name="connsiteX4" fmla="*/ 2402452 w 2514682"/>
              <a:gd name="connsiteY4" fmla="*/ 2515774 h 2515774"/>
              <a:gd name="connsiteX5" fmla="*/ 112230 w 2514682"/>
              <a:gd name="connsiteY5" fmla="*/ 2515774 h 2515774"/>
              <a:gd name="connsiteX6" fmla="*/ 0 w 2514682"/>
              <a:gd name="connsiteY6" fmla="*/ 2403544 h 2515774"/>
              <a:gd name="connsiteX7" fmla="*/ 0 w 2514682"/>
              <a:gd name="connsiteY7" fmla="*/ 112230 h 2515774"/>
              <a:gd name="connsiteX8" fmla="*/ 112230 w 2514682"/>
              <a:gd name="connsiteY8" fmla="*/ 0 h 25157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514682" h="2515774">
                <a:moveTo>
                  <a:pt x="112230" y="0"/>
                </a:moveTo>
                <a:lnTo>
                  <a:pt x="2402452" y="0"/>
                </a:lnTo>
                <a:cubicBezTo>
                  <a:pt x="2464435" y="0"/>
                  <a:pt x="2514682" y="50247"/>
                  <a:pt x="2514682" y="112230"/>
                </a:cubicBezTo>
                <a:lnTo>
                  <a:pt x="2514682" y="2403544"/>
                </a:lnTo>
                <a:cubicBezTo>
                  <a:pt x="2514682" y="2465527"/>
                  <a:pt x="2464435" y="2515774"/>
                  <a:pt x="2402452" y="2515774"/>
                </a:cubicBezTo>
                <a:lnTo>
                  <a:pt x="112230" y="2515774"/>
                </a:lnTo>
                <a:cubicBezTo>
                  <a:pt x="50247" y="2515774"/>
                  <a:pt x="0" y="2465527"/>
                  <a:pt x="0" y="2403544"/>
                </a:cubicBezTo>
                <a:lnTo>
                  <a:pt x="0" y="112230"/>
                </a:lnTo>
                <a:cubicBezTo>
                  <a:pt x="0" y="50247"/>
                  <a:pt x="50247" y="0"/>
                  <a:pt x="11223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24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61231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87B88DA-5568-4139-E3D4-DCF499E51546}"/>
              </a:ext>
            </a:extLst>
          </p:cNvPr>
          <p:cNvSpPr/>
          <p:nvPr userDrawn="1"/>
        </p:nvSpPr>
        <p:spPr>
          <a:xfrm>
            <a:off x="16795004" y="9180353"/>
            <a:ext cx="1212882" cy="809888"/>
          </a:xfrm>
          <a:prstGeom prst="roundRect">
            <a:avLst>
              <a:gd name="adj" fmla="val 50000"/>
            </a:avLst>
          </a:prstGeom>
          <a:gradFill>
            <a:gsLst>
              <a:gs pos="100000">
                <a:srgbClr val="2D1440"/>
              </a:gs>
              <a:gs pos="0">
                <a:srgbClr val="040206">
                  <a:alpha val="85000"/>
                </a:srgbClr>
              </a:gs>
            </a:gsLst>
            <a:lin ang="3600000" scaled="0"/>
          </a:gradFill>
          <a:ln w="25400" cap="rnd">
            <a:gradFill>
              <a:gsLst>
                <a:gs pos="73000">
                  <a:srgbClr val="5D2884"/>
                </a:gs>
                <a:gs pos="33000">
                  <a:srgbClr val="210F2F"/>
                </a:gs>
                <a:gs pos="4000">
                  <a:srgbClr val="C39BE1"/>
                </a:gs>
                <a:gs pos="0">
                  <a:srgbClr val="C39BE1"/>
                </a:gs>
                <a:gs pos="86000">
                  <a:srgbClr val="2F1543"/>
                </a:gs>
                <a:gs pos="0">
                  <a:srgbClr val="2F1543"/>
                </a:gs>
              </a:gsLst>
              <a:lin ang="4800000" scaled="0"/>
            </a:gra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C1FA1AF-3780-0D69-CD30-FDBB4EDAC0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3589160" y="9298374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gradFill>
                  <a:gsLst>
                    <a:gs pos="0">
                      <a:srgbClr val="9FFFFF"/>
                    </a:gs>
                    <a:gs pos="50000">
                      <a:srgbClr val="D181FF"/>
                    </a:gs>
                    <a:gs pos="100000">
                      <a:srgbClr val="FEC26A"/>
                    </a:gs>
                  </a:gsLst>
                  <a:lin ang="21000000" scaled="0"/>
                </a:gradFill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fld id="{548DC41A-E892-4CAF-B53C-4BCD571507F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A8C389C5-33DC-44FD-EFEC-4BE990C1C70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50617" y="253354"/>
            <a:ext cx="7010400" cy="6553202"/>
          </a:xfrm>
          <a:custGeom>
            <a:avLst/>
            <a:gdLst>
              <a:gd name="connsiteX0" fmla="*/ 2949416 w 7010400"/>
              <a:gd name="connsiteY0" fmla="*/ 1 h 6553202"/>
              <a:gd name="connsiteX1" fmla="*/ 6787992 w 7010400"/>
              <a:gd name="connsiteY1" fmla="*/ 1 h 6553202"/>
              <a:gd name="connsiteX2" fmla="*/ 7010400 w 7010400"/>
              <a:gd name="connsiteY2" fmla="*/ 222219 h 6553202"/>
              <a:gd name="connsiteX3" fmla="*/ 7010400 w 7010400"/>
              <a:gd name="connsiteY3" fmla="*/ 6330888 h 6553202"/>
              <a:gd name="connsiteX4" fmla="*/ 6788086 w 7010400"/>
              <a:gd name="connsiteY4" fmla="*/ 6553202 h 6553202"/>
              <a:gd name="connsiteX5" fmla="*/ 222218 w 7010400"/>
              <a:gd name="connsiteY5" fmla="*/ 6553201 h 6553202"/>
              <a:gd name="connsiteX6" fmla="*/ 0 w 7010400"/>
              <a:gd name="connsiteY6" fmla="*/ 6330887 h 6553202"/>
              <a:gd name="connsiteX7" fmla="*/ 0 w 7010400"/>
              <a:gd name="connsiteY7" fmla="*/ 1300449 h 6553202"/>
              <a:gd name="connsiteX8" fmla="*/ 331346 w 7010400"/>
              <a:gd name="connsiteY8" fmla="*/ 971527 h 6553202"/>
              <a:gd name="connsiteX9" fmla="*/ 334328 w 7010400"/>
              <a:gd name="connsiteY9" fmla="*/ 971551 h 6553202"/>
              <a:gd name="connsiteX10" fmla="*/ 1985867 w 7010400"/>
              <a:gd name="connsiteY10" fmla="*/ 971551 h 6553202"/>
              <a:gd name="connsiteX11" fmla="*/ 2619280 w 7010400"/>
              <a:gd name="connsiteY11" fmla="*/ 353760 h 6553202"/>
              <a:gd name="connsiteX12" fmla="*/ 2619280 w 7010400"/>
              <a:gd name="connsiteY12" fmla="*/ 332709 h 6553202"/>
              <a:gd name="connsiteX13" fmla="*/ 2949416 w 7010400"/>
              <a:gd name="connsiteY13" fmla="*/ 1 h 65532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7010400" h="6553202">
                <a:moveTo>
                  <a:pt x="2949416" y="1"/>
                </a:moveTo>
                <a:lnTo>
                  <a:pt x="6787992" y="1"/>
                </a:lnTo>
                <a:cubicBezTo>
                  <a:pt x="6910772" y="-52"/>
                  <a:pt x="7010348" y="99439"/>
                  <a:pt x="7010400" y="222219"/>
                </a:cubicBezTo>
                <a:lnTo>
                  <a:pt x="7010400" y="6330888"/>
                </a:lnTo>
                <a:cubicBezTo>
                  <a:pt x="7010400" y="6453668"/>
                  <a:pt x="6910867" y="6553202"/>
                  <a:pt x="6788086" y="6553202"/>
                </a:cubicBezTo>
                <a:lnTo>
                  <a:pt x="222218" y="6553201"/>
                </a:lnTo>
                <a:cubicBezTo>
                  <a:pt x="99475" y="6553149"/>
                  <a:pt x="0" y="6453631"/>
                  <a:pt x="0" y="6330887"/>
                </a:cubicBezTo>
                <a:lnTo>
                  <a:pt x="0" y="1300449"/>
                </a:lnTo>
                <a:cubicBezTo>
                  <a:pt x="669" y="1118121"/>
                  <a:pt x="149018" y="970857"/>
                  <a:pt x="331346" y="971527"/>
                </a:cubicBezTo>
                <a:cubicBezTo>
                  <a:pt x="332340" y="971530"/>
                  <a:pt x="333334" y="971538"/>
                  <a:pt x="334328" y="971551"/>
                </a:cubicBezTo>
                <a:lnTo>
                  <a:pt x="1985867" y="971551"/>
                </a:lnTo>
                <a:cubicBezTo>
                  <a:pt x="2329625" y="971551"/>
                  <a:pt x="2616041" y="697517"/>
                  <a:pt x="2619280" y="353760"/>
                </a:cubicBezTo>
                <a:cubicBezTo>
                  <a:pt x="2619280" y="346711"/>
                  <a:pt x="2619280" y="339663"/>
                  <a:pt x="2619280" y="332709"/>
                </a:cubicBezTo>
                <a:cubicBezTo>
                  <a:pt x="2614803" y="149353"/>
                  <a:pt x="2766060" y="1"/>
                  <a:pt x="2949416" y="1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2400"/>
            </a:lvl1pPr>
          </a:lstStyle>
          <a:p>
            <a:endParaRPr lang="en-US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45F993E1-3253-C86E-0071-1FB7FCBA136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50618" y="7185182"/>
            <a:ext cx="3318493" cy="2848463"/>
          </a:xfrm>
          <a:custGeom>
            <a:avLst/>
            <a:gdLst>
              <a:gd name="connsiteX0" fmla="*/ 199108 w 3318493"/>
              <a:gd name="connsiteY0" fmla="*/ 0 h 2848463"/>
              <a:gd name="connsiteX1" fmla="*/ 3119385 w 3318493"/>
              <a:gd name="connsiteY1" fmla="*/ 0 h 2848463"/>
              <a:gd name="connsiteX2" fmla="*/ 3318493 w 3318493"/>
              <a:gd name="connsiteY2" fmla="*/ 199108 h 2848463"/>
              <a:gd name="connsiteX3" fmla="*/ 3318493 w 3318493"/>
              <a:gd name="connsiteY3" fmla="*/ 2649355 h 2848463"/>
              <a:gd name="connsiteX4" fmla="*/ 3119385 w 3318493"/>
              <a:gd name="connsiteY4" fmla="*/ 2848463 h 2848463"/>
              <a:gd name="connsiteX5" fmla="*/ 199108 w 3318493"/>
              <a:gd name="connsiteY5" fmla="*/ 2848463 h 2848463"/>
              <a:gd name="connsiteX6" fmla="*/ 0 w 3318493"/>
              <a:gd name="connsiteY6" fmla="*/ 2649355 h 2848463"/>
              <a:gd name="connsiteX7" fmla="*/ 0 w 3318493"/>
              <a:gd name="connsiteY7" fmla="*/ 199108 h 2848463"/>
              <a:gd name="connsiteX8" fmla="*/ 199108 w 3318493"/>
              <a:gd name="connsiteY8" fmla="*/ 0 h 28484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318493" h="2848463">
                <a:moveTo>
                  <a:pt x="199108" y="0"/>
                </a:moveTo>
                <a:lnTo>
                  <a:pt x="3119385" y="0"/>
                </a:lnTo>
                <a:cubicBezTo>
                  <a:pt x="3229349" y="0"/>
                  <a:pt x="3318493" y="89144"/>
                  <a:pt x="3318493" y="199108"/>
                </a:cubicBezTo>
                <a:lnTo>
                  <a:pt x="3318493" y="2649355"/>
                </a:lnTo>
                <a:cubicBezTo>
                  <a:pt x="3318493" y="2759319"/>
                  <a:pt x="3229349" y="2848463"/>
                  <a:pt x="3119385" y="2848463"/>
                </a:cubicBezTo>
                <a:lnTo>
                  <a:pt x="199108" y="2848463"/>
                </a:lnTo>
                <a:cubicBezTo>
                  <a:pt x="89144" y="2848463"/>
                  <a:pt x="0" y="2759319"/>
                  <a:pt x="0" y="2649355"/>
                </a:cubicBezTo>
                <a:lnTo>
                  <a:pt x="0" y="199108"/>
                </a:lnTo>
                <a:cubicBezTo>
                  <a:pt x="0" y="89144"/>
                  <a:pt x="89144" y="0"/>
                  <a:pt x="199108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2400"/>
            </a:lvl1pPr>
          </a:lstStyle>
          <a:p>
            <a:endParaRPr lang="en-US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9B4C722B-D09E-BD58-3853-6BFE5E17C52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942527" y="7185182"/>
            <a:ext cx="3318493" cy="2848463"/>
          </a:xfrm>
          <a:custGeom>
            <a:avLst/>
            <a:gdLst>
              <a:gd name="connsiteX0" fmla="*/ 199108 w 3318493"/>
              <a:gd name="connsiteY0" fmla="*/ 0 h 2848463"/>
              <a:gd name="connsiteX1" fmla="*/ 3119385 w 3318493"/>
              <a:gd name="connsiteY1" fmla="*/ 0 h 2848463"/>
              <a:gd name="connsiteX2" fmla="*/ 3318493 w 3318493"/>
              <a:gd name="connsiteY2" fmla="*/ 199108 h 2848463"/>
              <a:gd name="connsiteX3" fmla="*/ 3318493 w 3318493"/>
              <a:gd name="connsiteY3" fmla="*/ 2649355 h 2848463"/>
              <a:gd name="connsiteX4" fmla="*/ 3119385 w 3318493"/>
              <a:gd name="connsiteY4" fmla="*/ 2848463 h 2848463"/>
              <a:gd name="connsiteX5" fmla="*/ 199108 w 3318493"/>
              <a:gd name="connsiteY5" fmla="*/ 2848463 h 2848463"/>
              <a:gd name="connsiteX6" fmla="*/ 0 w 3318493"/>
              <a:gd name="connsiteY6" fmla="*/ 2649355 h 2848463"/>
              <a:gd name="connsiteX7" fmla="*/ 0 w 3318493"/>
              <a:gd name="connsiteY7" fmla="*/ 199108 h 2848463"/>
              <a:gd name="connsiteX8" fmla="*/ 199108 w 3318493"/>
              <a:gd name="connsiteY8" fmla="*/ 0 h 28484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318493" h="2848463">
                <a:moveTo>
                  <a:pt x="199108" y="0"/>
                </a:moveTo>
                <a:lnTo>
                  <a:pt x="3119385" y="0"/>
                </a:lnTo>
                <a:cubicBezTo>
                  <a:pt x="3229349" y="0"/>
                  <a:pt x="3318493" y="89144"/>
                  <a:pt x="3318493" y="199108"/>
                </a:cubicBezTo>
                <a:lnTo>
                  <a:pt x="3318493" y="2649355"/>
                </a:lnTo>
                <a:cubicBezTo>
                  <a:pt x="3318493" y="2759319"/>
                  <a:pt x="3229349" y="2848463"/>
                  <a:pt x="3119385" y="2848463"/>
                </a:cubicBezTo>
                <a:lnTo>
                  <a:pt x="199108" y="2848463"/>
                </a:lnTo>
                <a:cubicBezTo>
                  <a:pt x="89144" y="2848463"/>
                  <a:pt x="0" y="2759319"/>
                  <a:pt x="0" y="2649355"/>
                </a:cubicBezTo>
                <a:lnTo>
                  <a:pt x="0" y="199108"/>
                </a:lnTo>
                <a:cubicBezTo>
                  <a:pt x="0" y="89144"/>
                  <a:pt x="89144" y="0"/>
                  <a:pt x="199108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2400"/>
            </a:lvl1pPr>
          </a:lstStyle>
          <a:p>
            <a:endParaRPr lang="en-US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9CE8C93A-D51C-819D-B0B9-C17AE662AC03}"/>
              </a:ext>
            </a:extLst>
          </p:cNvPr>
          <p:cNvSpPr/>
          <p:nvPr userDrawn="1"/>
        </p:nvSpPr>
        <p:spPr>
          <a:xfrm>
            <a:off x="7846143" y="521385"/>
            <a:ext cx="9857818" cy="4413087"/>
          </a:xfrm>
          <a:prstGeom prst="roundRect">
            <a:avLst>
              <a:gd name="adj" fmla="val 7362"/>
            </a:avLst>
          </a:prstGeom>
          <a:gradFill>
            <a:gsLst>
              <a:gs pos="100000">
                <a:srgbClr val="DFCAEE">
                  <a:alpha val="10000"/>
                </a:srgbClr>
              </a:gs>
              <a:gs pos="0">
                <a:srgbClr val="06030A">
                  <a:alpha val="10000"/>
                </a:srgbClr>
              </a:gs>
            </a:gsLst>
            <a:lin ang="5400000" scaled="0"/>
          </a:gradFill>
          <a:ln w="19050" cap="rnd">
            <a:gradFill>
              <a:gsLst>
                <a:gs pos="0">
                  <a:srgbClr val="9FFFFF"/>
                </a:gs>
                <a:gs pos="33000">
                  <a:srgbClr val="584E62"/>
                </a:gs>
              </a:gsLst>
              <a:lin ang="3000000" scaled="0"/>
            </a:gradFill>
            <a:round/>
          </a:ln>
          <a:effectLst>
            <a:outerShdw blurRad="711200" dist="127000" dir="5400000" sx="97000" sy="97000" algn="t" rotWithShape="0">
              <a:srgbClr val="9FFFFF">
                <a:alpha val="3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"/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F6F25414-EE47-75F9-DD29-4FB6F6D8010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124341" y="805668"/>
            <a:ext cx="3844520" cy="3844520"/>
          </a:xfrm>
          <a:custGeom>
            <a:avLst/>
            <a:gdLst>
              <a:gd name="connsiteX0" fmla="*/ 109838 w 3844520"/>
              <a:gd name="connsiteY0" fmla="*/ 0 h 3844520"/>
              <a:gd name="connsiteX1" fmla="*/ 3734682 w 3844520"/>
              <a:gd name="connsiteY1" fmla="*/ 0 h 3844520"/>
              <a:gd name="connsiteX2" fmla="*/ 3844520 w 3844520"/>
              <a:gd name="connsiteY2" fmla="*/ 109838 h 3844520"/>
              <a:gd name="connsiteX3" fmla="*/ 3844520 w 3844520"/>
              <a:gd name="connsiteY3" fmla="*/ 3734682 h 3844520"/>
              <a:gd name="connsiteX4" fmla="*/ 3734682 w 3844520"/>
              <a:gd name="connsiteY4" fmla="*/ 3844520 h 3844520"/>
              <a:gd name="connsiteX5" fmla="*/ 109838 w 3844520"/>
              <a:gd name="connsiteY5" fmla="*/ 3844520 h 3844520"/>
              <a:gd name="connsiteX6" fmla="*/ 0 w 3844520"/>
              <a:gd name="connsiteY6" fmla="*/ 3734682 h 3844520"/>
              <a:gd name="connsiteX7" fmla="*/ 0 w 3844520"/>
              <a:gd name="connsiteY7" fmla="*/ 109838 h 3844520"/>
              <a:gd name="connsiteX8" fmla="*/ 109838 w 3844520"/>
              <a:gd name="connsiteY8" fmla="*/ 0 h 3844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44520" h="3844520">
                <a:moveTo>
                  <a:pt x="109838" y="0"/>
                </a:moveTo>
                <a:lnTo>
                  <a:pt x="3734682" y="0"/>
                </a:lnTo>
                <a:cubicBezTo>
                  <a:pt x="3795344" y="0"/>
                  <a:pt x="3844520" y="49176"/>
                  <a:pt x="3844520" y="109838"/>
                </a:cubicBezTo>
                <a:lnTo>
                  <a:pt x="3844520" y="3734682"/>
                </a:lnTo>
                <a:cubicBezTo>
                  <a:pt x="3844520" y="3795344"/>
                  <a:pt x="3795344" y="3844520"/>
                  <a:pt x="3734682" y="3844520"/>
                </a:cubicBezTo>
                <a:lnTo>
                  <a:pt x="109838" y="3844520"/>
                </a:lnTo>
                <a:cubicBezTo>
                  <a:pt x="49176" y="3844520"/>
                  <a:pt x="0" y="3795344"/>
                  <a:pt x="0" y="3734682"/>
                </a:cubicBezTo>
                <a:lnTo>
                  <a:pt x="0" y="109838"/>
                </a:lnTo>
                <a:cubicBezTo>
                  <a:pt x="0" y="49176"/>
                  <a:pt x="49176" y="0"/>
                  <a:pt x="109838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2400"/>
            </a:lvl1pPr>
          </a:lstStyle>
          <a:p>
            <a:endParaRPr lang="en-US"/>
          </a:p>
        </p:txBody>
      </p:sp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C4A45EBB-2DB2-BB5C-8E3E-81C6386D4D8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2224392" y="805668"/>
            <a:ext cx="5201372" cy="3844520"/>
          </a:xfrm>
          <a:custGeom>
            <a:avLst/>
            <a:gdLst>
              <a:gd name="connsiteX0" fmla="*/ 109838 w 5201372"/>
              <a:gd name="connsiteY0" fmla="*/ 0 h 3844520"/>
              <a:gd name="connsiteX1" fmla="*/ 5091534 w 5201372"/>
              <a:gd name="connsiteY1" fmla="*/ 0 h 3844520"/>
              <a:gd name="connsiteX2" fmla="*/ 5201372 w 5201372"/>
              <a:gd name="connsiteY2" fmla="*/ 109838 h 3844520"/>
              <a:gd name="connsiteX3" fmla="*/ 5201372 w 5201372"/>
              <a:gd name="connsiteY3" fmla="*/ 3734682 h 3844520"/>
              <a:gd name="connsiteX4" fmla="*/ 5091534 w 5201372"/>
              <a:gd name="connsiteY4" fmla="*/ 3844520 h 3844520"/>
              <a:gd name="connsiteX5" fmla="*/ 109838 w 5201372"/>
              <a:gd name="connsiteY5" fmla="*/ 3844520 h 3844520"/>
              <a:gd name="connsiteX6" fmla="*/ 0 w 5201372"/>
              <a:gd name="connsiteY6" fmla="*/ 3734682 h 3844520"/>
              <a:gd name="connsiteX7" fmla="*/ 0 w 5201372"/>
              <a:gd name="connsiteY7" fmla="*/ 109838 h 3844520"/>
              <a:gd name="connsiteX8" fmla="*/ 109838 w 5201372"/>
              <a:gd name="connsiteY8" fmla="*/ 0 h 3844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201372" h="3844520">
                <a:moveTo>
                  <a:pt x="109838" y="0"/>
                </a:moveTo>
                <a:lnTo>
                  <a:pt x="5091534" y="0"/>
                </a:lnTo>
                <a:cubicBezTo>
                  <a:pt x="5152196" y="0"/>
                  <a:pt x="5201372" y="49176"/>
                  <a:pt x="5201372" y="109838"/>
                </a:cubicBezTo>
                <a:lnTo>
                  <a:pt x="5201372" y="3734682"/>
                </a:lnTo>
                <a:cubicBezTo>
                  <a:pt x="5201372" y="3795344"/>
                  <a:pt x="5152196" y="3844520"/>
                  <a:pt x="5091534" y="3844520"/>
                </a:cubicBezTo>
                <a:lnTo>
                  <a:pt x="109838" y="3844520"/>
                </a:lnTo>
                <a:cubicBezTo>
                  <a:pt x="49176" y="3844520"/>
                  <a:pt x="0" y="3795344"/>
                  <a:pt x="0" y="3734682"/>
                </a:cubicBezTo>
                <a:lnTo>
                  <a:pt x="0" y="109838"/>
                </a:lnTo>
                <a:cubicBezTo>
                  <a:pt x="0" y="49176"/>
                  <a:pt x="49176" y="0"/>
                  <a:pt x="109838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24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291353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87B88DA-5568-4139-E3D4-DCF499E51546}"/>
              </a:ext>
            </a:extLst>
          </p:cNvPr>
          <p:cNvSpPr/>
          <p:nvPr userDrawn="1"/>
        </p:nvSpPr>
        <p:spPr>
          <a:xfrm>
            <a:off x="16795004" y="9180353"/>
            <a:ext cx="1212882" cy="809888"/>
          </a:xfrm>
          <a:prstGeom prst="roundRect">
            <a:avLst>
              <a:gd name="adj" fmla="val 50000"/>
            </a:avLst>
          </a:prstGeom>
          <a:gradFill>
            <a:gsLst>
              <a:gs pos="100000">
                <a:srgbClr val="2D1440"/>
              </a:gs>
              <a:gs pos="0">
                <a:srgbClr val="040206">
                  <a:alpha val="85000"/>
                </a:srgbClr>
              </a:gs>
            </a:gsLst>
            <a:lin ang="3600000" scaled="0"/>
          </a:gradFill>
          <a:ln w="25400" cap="rnd">
            <a:gradFill>
              <a:gsLst>
                <a:gs pos="73000">
                  <a:srgbClr val="5D2884"/>
                </a:gs>
                <a:gs pos="33000">
                  <a:srgbClr val="210F2F"/>
                </a:gs>
                <a:gs pos="4000">
                  <a:srgbClr val="C39BE1"/>
                </a:gs>
                <a:gs pos="0">
                  <a:srgbClr val="C39BE1"/>
                </a:gs>
                <a:gs pos="86000">
                  <a:srgbClr val="2F1543"/>
                </a:gs>
                <a:gs pos="0">
                  <a:srgbClr val="2F1543"/>
                </a:gs>
              </a:gsLst>
              <a:lin ang="4800000" scaled="0"/>
            </a:gra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C1FA1AF-3780-0D69-CD30-FDBB4EDAC0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3589160" y="9298374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gradFill>
                  <a:gsLst>
                    <a:gs pos="0">
                      <a:srgbClr val="9FFFFF"/>
                    </a:gs>
                    <a:gs pos="50000">
                      <a:srgbClr val="D181FF"/>
                    </a:gs>
                    <a:gs pos="100000">
                      <a:srgbClr val="FEC26A"/>
                    </a:gs>
                  </a:gsLst>
                  <a:lin ang="21000000" scaled="0"/>
                </a:gradFill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fld id="{548DC41A-E892-4CAF-B53C-4BCD571507F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F8140F50-1281-8EC3-72BA-3682CD8997F6}"/>
              </a:ext>
            </a:extLst>
          </p:cNvPr>
          <p:cNvSpPr/>
          <p:nvPr userDrawn="1"/>
        </p:nvSpPr>
        <p:spPr>
          <a:xfrm>
            <a:off x="258047" y="298947"/>
            <a:ext cx="17735551" cy="4638865"/>
          </a:xfrm>
          <a:custGeom>
            <a:avLst/>
            <a:gdLst>
              <a:gd name="connsiteX0" fmla="*/ 17735552 w 17735551"/>
              <a:gd name="connsiteY0" fmla="*/ 332708 h 4638865"/>
              <a:gd name="connsiteX1" fmla="*/ 17735552 w 17735551"/>
              <a:gd name="connsiteY1" fmla="*/ 4306348 h 4638865"/>
              <a:gd name="connsiteX2" fmla="*/ 17403034 w 17735551"/>
              <a:gd name="connsiteY2" fmla="*/ 4638866 h 4638865"/>
              <a:gd name="connsiteX3" fmla="*/ 332519 w 17735551"/>
              <a:gd name="connsiteY3" fmla="*/ 4638866 h 4638865"/>
              <a:gd name="connsiteX4" fmla="*/ 1 w 17735551"/>
              <a:gd name="connsiteY4" fmla="*/ 4306348 h 4638865"/>
              <a:gd name="connsiteX5" fmla="*/ 1 w 17735551"/>
              <a:gd name="connsiteY5" fmla="*/ 1222153 h 4638865"/>
              <a:gd name="connsiteX6" fmla="*/ 287122 w 17735551"/>
              <a:gd name="connsiteY6" fmla="*/ 933394 h 4638865"/>
              <a:gd name="connsiteX7" fmla="*/ 293657 w 17735551"/>
              <a:gd name="connsiteY7" fmla="*/ 933450 h 4638865"/>
              <a:gd name="connsiteX8" fmla="*/ 309564 w 17735551"/>
              <a:gd name="connsiteY8" fmla="*/ 933450 h 4638865"/>
              <a:gd name="connsiteX9" fmla="*/ 1957389 w 17735551"/>
              <a:gd name="connsiteY9" fmla="*/ 933450 h 4638865"/>
              <a:gd name="connsiteX10" fmla="*/ 2590611 w 17735551"/>
              <a:gd name="connsiteY10" fmla="*/ 304800 h 4638865"/>
              <a:gd name="connsiteX11" fmla="*/ 2590611 w 17735551"/>
              <a:gd name="connsiteY11" fmla="*/ 295275 h 4638865"/>
              <a:gd name="connsiteX12" fmla="*/ 2873245 w 17735551"/>
              <a:gd name="connsiteY12" fmla="*/ 68 h 4638865"/>
              <a:gd name="connsiteX13" fmla="*/ 2879314 w 17735551"/>
              <a:gd name="connsiteY13" fmla="*/ 0 h 4638865"/>
              <a:gd name="connsiteX14" fmla="*/ 17403034 w 17735551"/>
              <a:gd name="connsiteY14" fmla="*/ 0 h 4638865"/>
              <a:gd name="connsiteX15" fmla="*/ 17735552 w 17735551"/>
              <a:gd name="connsiteY15" fmla="*/ 332518 h 4638865"/>
              <a:gd name="connsiteX16" fmla="*/ 17735552 w 17735551"/>
              <a:gd name="connsiteY16" fmla="*/ 332708 h 46388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7735551" h="4638865">
                <a:moveTo>
                  <a:pt x="17735552" y="332708"/>
                </a:moveTo>
                <a:lnTo>
                  <a:pt x="17735552" y="4306348"/>
                </a:lnTo>
                <a:cubicBezTo>
                  <a:pt x="17735552" y="4489993"/>
                  <a:pt x="17586678" y="4638866"/>
                  <a:pt x="17403034" y="4638866"/>
                </a:cubicBezTo>
                <a:lnTo>
                  <a:pt x="332519" y="4638866"/>
                </a:lnTo>
                <a:cubicBezTo>
                  <a:pt x="148874" y="4638866"/>
                  <a:pt x="1" y="4489993"/>
                  <a:pt x="1" y="4306348"/>
                </a:cubicBezTo>
                <a:lnTo>
                  <a:pt x="1" y="1222153"/>
                </a:lnTo>
                <a:cubicBezTo>
                  <a:pt x="-451" y="1063128"/>
                  <a:pt x="128097" y="933847"/>
                  <a:pt x="287122" y="933394"/>
                </a:cubicBezTo>
                <a:cubicBezTo>
                  <a:pt x="289300" y="933388"/>
                  <a:pt x="291479" y="933407"/>
                  <a:pt x="293657" y="933450"/>
                </a:cubicBezTo>
                <a:lnTo>
                  <a:pt x="309564" y="933450"/>
                </a:lnTo>
                <a:lnTo>
                  <a:pt x="1957389" y="933450"/>
                </a:lnTo>
                <a:cubicBezTo>
                  <a:pt x="2303051" y="933450"/>
                  <a:pt x="2593087" y="650653"/>
                  <a:pt x="2590611" y="304800"/>
                </a:cubicBezTo>
                <a:cubicBezTo>
                  <a:pt x="2590611" y="301752"/>
                  <a:pt x="2590611" y="298609"/>
                  <a:pt x="2590611" y="295275"/>
                </a:cubicBezTo>
                <a:cubicBezTo>
                  <a:pt x="2587139" y="135709"/>
                  <a:pt x="2713678" y="3540"/>
                  <a:pt x="2873245" y="68"/>
                </a:cubicBezTo>
                <a:cubicBezTo>
                  <a:pt x="2875267" y="24"/>
                  <a:pt x="2877291" y="2"/>
                  <a:pt x="2879314" y="0"/>
                </a:cubicBezTo>
                <a:lnTo>
                  <a:pt x="17403034" y="0"/>
                </a:lnTo>
                <a:cubicBezTo>
                  <a:pt x="17586678" y="0"/>
                  <a:pt x="17735552" y="148873"/>
                  <a:pt x="17735552" y="332518"/>
                </a:cubicBezTo>
                <a:cubicBezTo>
                  <a:pt x="17735552" y="332581"/>
                  <a:pt x="17735552" y="332645"/>
                  <a:pt x="17735552" y="332708"/>
                </a:cubicBezTo>
                <a:close/>
              </a:path>
            </a:pathLst>
          </a:custGeom>
          <a:gradFill flip="none" rotWithShape="1">
            <a:gsLst>
              <a:gs pos="52000">
                <a:srgbClr val="FEC26A">
                  <a:alpha val="21000"/>
                </a:srgbClr>
              </a:gs>
              <a:gs pos="77000">
                <a:srgbClr val="DFCAEE">
                  <a:alpha val="10000"/>
                </a:srgbClr>
              </a:gs>
              <a:gs pos="32000">
                <a:srgbClr val="DFCAEE">
                  <a:alpha val="10000"/>
                </a:srgbClr>
              </a:gs>
              <a:gs pos="0">
                <a:srgbClr val="D181FF">
                  <a:alpha val="14000"/>
                </a:srgbClr>
              </a:gs>
            </a:gsLst>
            <a:path path="circle">
              <a:fillToRect l="100000" t="100000"/>
            </a:path>
            <a:tileRect r="-100000" b="-100000"/>
          </a:gradFill>
          <a:ln w="25400" cap="rnd">
            <a:gradFill>
              <a:gsLst>
                <a:gs pos="23000">
                  <a:srgbClr val="36184D"/>
                </a:gs>
                <a:gs pos="35000">
                  <a:srgbClr val="5D2884"/>
                </a:gs>
                <a:gs pos="4000">
                  <a:srgbClr val="C39BE1"/>
                </a:gs>
                <a:gs pos="0">
                  <a:srgbClr val="C39BE1"/>
                </a:gs>
                <a:gs pos="86000">
                  <a:srgbClr val="2F1543"/>
                </a:gs>
              </a:gsLst>
              <a:lin ang="3600000" scaled="0"/>
            </a:gra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sz="100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24EBC216-35EC-45C1-009B-0BFDD9112CAE}"/>
              </a:ext>
            </a:extLst>
          </p:cNvPr>
          <p:cNvSpPr/>
          <p:nvPr userDrawn="1"/>
        </p:nvSpPr>
        <p:spPr>
          <a:xfrm>
            <a:off x="258048" y="5356913"/>
            <a:ext cx="17735550" cy="4638770"/>
          </a:xfrm>
          <a:custGeom>
            <a:avLst/>
            <a:gdLst>
              <a:gd name="connsiteX0" fmla="*/ 17735550 w 17735550"/>
              <a:gd name="connsiteY0" fmla="*/ 332518 h 4638770"/>
              <a:gd name="connsiteX1" fmla="*/ 17735550 w 17735550"/>
              <a:gd name="connsiteY1" fmla="*/ 3127915 h 4638770"/>
              <a:gd name="connsiteX2" fmla="*/ 17348692 w 17735550"/>
              <a:gd name="connsiteY2" fmla="*/ 3514869 h 4638770"/>
              <a:gd name="connsiteX3" fmla="*/ 17342548 w 17735550"/>
              <a:gd name="connsiteY3" fmla="*/ 3514820 h 4638770"/>
              <a:gd name="connsiteX4" fmla="*/ 16930688 w 17735550"/>
              <a:gd name="connsiteY4" fmla="*/ 3514820 h 4638770"/>
              <a:gd name="connsiteX5" fmla="*/ 16201834 w 17735550"/>
              <a:gd name="connsiteY5" fmla="*/ 4234434 h 4638770"/>
              <a:gd name="connsiteX6" fmla="*/ 16201834 w 17735550"/>
              <a:gd name="connsiteY6" fmla="*/ 4245864 h 4638770"/>
              <a:gd name="connsiteX7" fmla="*/ 15821168 w 17735550"/>
              <a:gd name="connsiteY7" fmla="*/ 4638723 h 4638770"/>
              <a:gd name="connsiteX8" fmla="*/ 15814929 w 17735550"/>
              <a:gd name="connsiteY8" fmla="*/ 4638771 h 4638770"/>
              <a:gd name="connsiteX9" fmla="*/ 332518 w 17735550"/>
              <a:gd name="connsiteY9" fmla="*/ 4638771 h 4638770"/>
              <a:gd name="connsiteX10" fmla="*/ 0 w 17735550"/>
              <a:gd name="connsiteY10" fmla="*/ 4306253 h 4638770"/>
              <a:gd name="connsiteX11" fmla="*/ 0 w 17735550"/>
              <a:gd name="connsiteY11" fmla="*/ 4306158 h 4638770"/>
              <a:gd name="connsiteX12" fmla="*/ 0 w 17735550"/>
              <a:gd name="connsiteY12" fmla="*/ 332518 h 4638770"/>
              <a:gd name="connsiteX13" fmla="*/ 332518 w 17735550"/>
              <a:gd name="connsiteY13" fmla="*/ 0 h 4638770"/>
              <a:gd name="connsiteX14" fmla="*/ 17403032 w 17735550"/>
              <a:gd name="connsiteY14" fmla="*/ 0 h 4638770"/>
              <a:gd name="connsiteX15" fmla="*/ 17735550 w 17735550"/>
              <a:gd name="connsiteY15" fmla="*/ 332518 h 46387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7735550" h="4638770">
                <a:moveTo>
                  <a:pt x="17735550" y="332518"/>
                </a:moveTo>
                <a:lnTo>
                  <a:pt x="17735550" y="3127915"/>
                </a:lnTo>
                <a:cubicBezTo>
                  <a:pt x="17735576" y="3341597"/>
                  <a:pt x="17562374" y="3514842"/>
                  <a:pt x="17348692" y="3514869"/>
                </a:cubicBezTo>
                <a:cubicBezTo>
                  <a:pt x="17346644" y="3514869"/>
                  <a:pt x="17344596" y="3514853"/>
                  <a:pt x="17342548" y="3514820"/>
                </a:cubicBezTo>
                <a:lnTo>
                  <a:pt x="16930688" y="3514820"/>
                </a:lnTo>
                <a:cubicBezTo>
                  <a:pt x="16534923" y="3514820"/>
                  <a:pt x="16201548" y="3838670"/>
                  <a:pt x="16201834" y="4234434"/>
                </a:cubicBezTo>
                <a:cubicBezTo>
                  <a:pt x="16201834" y="4238244"/>
                  <a:pt x="16201834" y="4242054"/>
                  <a:pt x="16201834" y="4245864"/>
                </a:cubicBezTo>
                <a:cubicBezTo>
                  <a:pt x="16205202" y="4459467"/>
                  <a:pt x="16034771" y="4635356"/>
                  <a:pt x="15821168" y="4638723"/>
                </a:cubicBezTo>
                <a:cubicBezTo>
                  <a:pt x="15819088" y="4638755"/>
                  <a:pt x="15817009" y="4638772"/>
                  <a:pt x="15814929" y="4638771"/>
                </a:cubicBezTo>
                <a:lnTo>
                  <a:pt x="332518" y="4638771"/>
                </a:lnTo>
                <a:cubicBezTo>
                  <a:pt x="148873" y="4638771"/>
                  <a:pt x="0" y="4489897"/>
                  <a:pt x="0" y="4306253"/>
                </a:cubicBezTo>
                <a:cubicBezTo>
                  <a:pt x="0" y="4306221"/>
                  <a:pt x="0" y="4306190"/>
                  <a:pt x="0" y="4306158"/>
                </a:cubicBezTo>
                <a:lnTo>
                  <a:pt x="0" y="332518"/>
                </a:lnTo>
                <a:cubicBezTo>
                  <a:pt x="0" y="148873"/>
                  <a:pt x="148873" y="0"/>
                  <a:pt x="332518" y="0"/>
                </a:cubicBezTo>
                <a:lnTo>
                  <a:pt x="17403032" y="0"/>
                </a:lnTo>
                <a:cubicBezTo>
                  <a:pt x="17586676" y="0"/>
                  <a:pt x="17735550" y="148873"/>
                  <a:pt x="17735550" y="332518"/>
                </a:cubicBezTo>
                <a:close/>
              </a:path>
            </a:pathLst>
          </a:custGeom>
          <a:gradFill flip="none" rotWithShape="1">
            <a:gsLst>
              <a:gs pos="52000">
                <a:srgbClr val="FEC26A">
                  <a:alpha val="21000"/>
                </a:srgbClr>
              </a:gs>
              <a:gs pos="77000">
                <a:srgbClr val="DFCAEE">
                  <a:alpha val="10000"/>
                </a:srgbClr>
              </a:gs>
              <a:gs pos="32000">
                <a:srgbClr val="DFCAEE">
                  <a:alpha val="10000"/>
                </a:srgbClr>
              </a:gs>
              <a:gs pos="0">
                <a:srgbClr val="D181FF">
                  <a:alpha val="14000"/>
                </a:srgbClr>
              </a:gs>
            </a:gsLst>
            <a:path path="circle">
              <a:fillToRect l="100000" t="100000"/>
            </a:path>
            <a:tileRect r="-100000" b="-100000"/>
          </a:gradFill>
          <a:ln w="25400" cap="rnd">
            <a:gradFill>
              <a:gsLst>
                <a:gs pos="23000">
                  <a:srgbClr val="36184D"/>
                </a:gs>
                <a:gs pos="35000">
                  <a:srgbClr val="5D2884"/>
                </a:gs>
                <a:gs pos="4000">
                  <a:srgbClr val="C39BE1"/>
                </a:gs>
                <a:gs pos="0">
                  <a:srgbClr val="C39BE1"/>
                </a:gs>
                <a:gs pos="86000">
                  <a:srgbClr val="2F1543"/>
                </a:gs>
              </a:gsLst>
              <a:lin ang="3600000" scaled="0"/>
            </a:gra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sz="10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3DC50E97-02F1-60CA-46A0-5D2B9ED038F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81899" y="661089"/>
            <a:ext cx="10410825" cy="3914775"/>
          </a:xfrm>
          <a:custGeom>
            <a:avLst/>
            <a:gdLst>
              <a:gd name="connsiteX0" fmla="*/ 2724626 w 10410825"/>
              <a:gd name="connsiteY0" fmla="*/ 0 h 3914775"/>
              <a:gd name="connsiteX1" fmla="*/ 10051638 w 10410825"/>
              <a:gd name="connsiteY1" fmla="*/ 0 h 3914775"/>
              <a:gd name="connsiteX2" fmla="*/ 10410825 w 10410825"/>
              <a:gd name="connsiteY2" fmla="*/ 359569 h 3914775"/>
              <a:gd name="connsiteX3" fmla="*/ 10410825 w 10410825"/>
              <a:gd name="connsiteY3" fmla="*/ 3555206 h 3914775"/>
              <a:gd name="connsiteX4" fmla="*/ 10051256 w 10410825"/>
              <a:gd name="connsiteY4" fmla="*/ 3914775 h 3914775"/>
              <a:gd name="connsiteX5" fmla="*/ 359569 w 10410825"/>
              <a:gd name="connsiteY5" fmla="*/ 3914775 h 3914775"/>
              <a:gd name="connsiteX6" fmla="*/ 0 w 10410825"/>
              <a:gd name="connsiteY6" fmla="*/ 3555206 h 3914775"/>
              <a:gd name="connsiteX7" fmla="*/ 0 w 10410825"/>
              <a:gd name="connsiteY7" fmla="*/ 1050131 h 3914775"/>
              <a:gd name="connsiteX8" fmla="*/ 164497 w 10410825"/>
              <a:gd name="connsiteY8" fmla="*/ 885825 h 3914775"/>
              <a:gd name="connsiteX9" fmla="*/ 1643063 w 10410825"/>
              <a:gd name="connsiteY9" fmla="*/ 885825 h 3914775"/>
              <a:gd name="connsiteX10" fmla="*/ 2562701 w 10410825"/>
              <a:gd name="connsiteY10" fmla="*/ 133350 h 3914775"/>
              <a:gd name="connsiteX11" fmla="*/ 2724626 w 10410825"/>
              <a:gd name="connsiteY11" fmla="*/ 0 h 3914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410825" h="3914775">
                <a:moveTo>
                  <a:pt x="2724626" y="0"/>
                </a:moveTo>
                <a:lnTo>
                  <a:pt x="10051638" y="0"/>
                </a:lnTo>
                <a:cubicBezTo>
                  <a:pt x="10250073" y="210"/>
                  <a:pt x="10410825" y="161133"/>
                  <a:pt x="10410825" y="359569"/>
                </a:cubicBezTo>
                <a:lnTo>
                  <a:pt x="10410825" y="3555206"/>
                </a:lnTo>
                <a:cubicBezTo>
                  <a:pt x="10410825" y="3753791"/>
                  <a:pt x="10249841" y="3914775"/>
                  <a:pt x="10051256" y="3914775"/>
                </a:cubicBezTo>
                <a:lnTo>
                  <a:pt x="359569" y="3914775"/>
                </a:lnTo>
                <a:cubicBezTo>
                  <a:pt x="160984" y="3914775"/>
                  <a:pt x="0" y="3753791"/>
                  <a:pt x="0" y="3555206"/>
                </a:cubicBezTo>
                <a:lnTo>
                  <a:pt x="0" y="1050131"/>
                </a:lnTo>
                <a:cubicBezTo>
                  <a:pt x="105" y="959357"/>
                  <a:pt x="73722" y="885825"/>
                  <a:pt x="164497" y="885825"/>
                </a:cubicBezTo>
                <a:lnTo>
                  <a:pt x="1643063" y="885825"/>
                </a:lnTo>
                <a:cubicBezTo>
                  <a:pt x="2089398" y="885194"/>
                  <a:pt x="2473724" y="570727"/>
                  <a:pt x="2562701" y="133350"/>
                </a:cubicBezTo>
                <a:cubicBezTo>
                  <a:pt x="2577932" y="55951"/>
                  <a:pt x="2645743" y="107"/>
                  <a:pt x="2724626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2400"/>
            </a:lvl1pPr>
          </a:lstStyle>
          <a:p>
            <a:endParaRPr lang="en-US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433AA6F5-D0B5-C3EF-8CFA-226CEA46F14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1307048" y="661089"/>
            <a:ext cx="6362700" cy="3914775"/>
          </a:xfrm>
          <a:custGeom>
            <a:avLst/>
            <a:gdLst>
              <a:gd name="connsiteX0" fmla="*/ 359569 w 6362700"/>
              <a:gd name="connsiteY0" fmla="*/ 0 h 3914775"/>
              <a:gd name="connsiteX1" fmla="*/ 6003132 w 6362700"/>
              <a:gd name="connsiteY1" fmla="*/ 0 h 3914775"/>
              <a:gd name="connsiteX2" fmla="*/ 6362700 w 6362700"/>
              <a:gd name="connsiteY2" fmla="*/ 359569 h 3914775"/>
              <a:gd name="connsiteX3" fmla="*/ 6362700 w 6362700"/>
              <a:gd name="connsiteY3" fmla="*/ 3555206 h 3914775"/>
              <a:gd name="connsiteX4" fmla="*/ 6003132 w 6362700"/>
              <a:gd name="connsiteY4" fmla="*/ 3914775 h 3914775"/>
              <a:gd name="connsiteX5" fmla="*/ 359569 w 6362700"/>
              <a:gd name="connsiteY5" fmla="*/ 3914775 h 3914775"/>
              <a:gd name="connsiteX6" fmla="*/ 0 w 6362700"/>
              <a:gd name="connsiteY6" fmla="*/ 3555206 h 3914775"/>
              <a:gd name="connsiteX7" fmla="*/ 0 w 6362700"/>
              <a:gd name="connsiteY7" fmla="*/ 359569 h 3914775"/>
              <a:gd name="connsiteX8" fmla="*/ 359569 w 6362700"/>
              <a:gd name="connsiteY8" fmla="*/ 0 h 3914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362700" h="3914775">
                <a:moveTo>
                  <a:pt x="359569" y="0"/>
                </a:moveTo>
                <a:lnTo>
                  <a:pt x="6003132" y="0"/>
                </a:lnTo>
                <a:cubicBezTo>
                  <a:pt x="6201716" y="0"/>
                  <a:pt x="6362700" y="160984"/>
                  <a:pt x="6362700" y="359569"/>
                </a:cubicBezTo>
                <a:lnTo>
                  <a:pt x="6362700" y="3555206"/>
                </a:lnTo>
                <a:cubicBezTo>
                  <a:pt x="6362700" y="3753791"/>
                  <a:pt x="6201716" y="3914775"/>
                  <a:pt x="6003132" y="3914775"/>
                </a:cubicBezTo>
                <a:lnTo>
                  <a:pt x="359569" y="3914775"/>
                </a:lnTo>
                <a:cubicBezTo>
                  <a:pt x="160984" y="3914775"/>
                  <a:pt x="0" y="3753791"/>
                  <a:pt x="0" y="3555206"/>
                </a:cubicBezTo>
                <a:lnTo>
                  <a:pt x="0" y="359569"/>
                </a:lnTo>
                <a:cubicBezTo>
                  <a:pt x="0" y="160984"/>
                  <a:pt x="160984" y="0"/>
                  <a:pt x="359569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2400"/>
            </a:lvl1pPr>
          </a:lstStyle>
          <a:p>
            <a:endParaRPr lang="en-US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38F940E1-F588-7DD1-BA36-88E3C8F222D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62848" y="5718863"/>
            <a:ext cx="6362700" cy="3914775"/>
          </a:xfrm>
          <a:custGeom>
            <a:avLst/>
            <a:gdLst>
              <a:gd name="connsiteX0" fmla="*/ 359569 w 6362700"/>
              <a:gd name="connsiteY0" fmla="*/ 0 h 3914775"/>
              <a:gd name="connsiteX1" fmla="*/ 6003131 w 6362700"/>
              <a:gd name="connsiteY1" fmla="*/ 0 h 3914775"/>
              <a:gd name="connsiteX2" fmla="*/ 6362700 w 6362700"/>
              <a:gd name="connsiteY2" fmla="*/ 359569 h 3914775"/>
              <a:gd name="connsiteX3" fmla="*/ 6362700 w 6362700"/>
              <a:gd name="connsiteY3" fmla="*/ 3555206 h 3914775"/>
              <a:gd name="connsiteX4" fmla="*/ 6003131 w 6362700"/>
              <a:gd name="connsiteY4" fmla="*/ 3914775 h 3914775"/>
              <a:gd name="connsiteX5" fmla="*/ 359569 w 6362700"/>
              <a:gd name="connsiteY5" fmla="*/ 3914775 h 3914775"/>
              <a:gd name="connsiteX6" fmla="*/ 0 w 6362700"/>
              <a:gd name="connsiteY6" fmla="*/ 3555206 h 3914775"/>
              <a:gd name="connsiteX7" fmla="*/ 0 w 6362700"/>
              <a:gd name="connsiteY7" fmla="*/ 359569 h 3914775"/>
              <a:gd name="connsiteX8" fmla="*/ 359569 w 6362700"/>
              <a:gd name="connsiteY8" fmla="*/ 0 h 3914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362700" h="3914775">
                <a:moveTo>
                  <a:pt x="359569" y="0"/>
                </a:moveTo>
                <a:lnTo>
                  <a:pt x="6003131" y="0"/>
                </a:lnTo>
                <a:cubicBezTo>
                  <a:pt x="6201716" y="0"/>
                  <a:pt x="6362700" y="160984"/>
                  <a:pt x="6362700" y="359569"/>
                </a:cubicBezTo>
                <a:lnTo>
                  <a:pt x="6362700" y="3555206"/>
                </a:lnTo>
                <a:cubicBezTo>
                  <a:pt x="6362700" y="3753791"/>
                  <a:pt x="6201716" y="3914775"/>
                  <a:pt x="6003131" y="3914775"/>
                </a:cubicBezTo>
                <a:lnTo>
                  <a:pt x="359569" y="3914775"/>
                </a:lnTo>
                <a:cubicBezTo>
                  <a:pt x="160984" y="3914775"/>
                  <a:pt x="0" y="3753791"/>
                  <a:pt x="0" y="3555206"/>
                </a:cubicBezTo>
                <a:lnTo>
                  <a:pt x="0" y="359569"/>
                </a:lnTo>
                <a:cubicBezTo>
                  <a:pt x="0" y="160984"/>
                  <a:pt x="160984" y="0"/>
                  <a:pt x="359569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2400"/>
            </a:lvl1pPr>
          </a:lstStyle>
          <a:p>
            <a:endParaRPr lang="en-US"/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98F7C605-E89E-E791-9A79-EABD5B3EF2E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230348" y="5718863"/>
            <a:ext cx="10410824" cy="3914394"/>
          </a:xfrm>
          <a:custGeom>
            <a:avLst/>
            <a:gdLst>
              <a:gd name="connsiteX0" fmla="*/ 359570 w 10410824"/>
              <a:gd name="connsiteY0" fmla="*/ 0 h 3914394"/>
              <a:gd name="connsiteX1" fmla="*/ 10051256 w 10410824"/>
              <a:gd name="connsiteY1" fmla="*/ 0 h 3914394"/>
              <a:gd name="connsiteX2" fmla="*/ 10410824 w 10410824"/>
              <a:gd name="connsiteY2" fmla="*/ 359569 h 3914394"/>
              <a:gd name="connsiteX3" fmla="*/ 10410824 w 10410824"/>
              <a:gd name="connsiteY3" fmla="*/ 2787015 h 3914394"/>
              <a:gd name="connsiteX4" fmla="*/ 10359010 w 10410824"/>
              <a:gd name="connsiteY4" fmla="*/ 2838450 h 3914394"/>
              <a:gd name="connsiteX5" fmla="*/ 10359008 w 10410824"/>
              <a:gd name="connsiteY5" fmla="*/ 2838450 h 3914394"/>
              <a:gd name="connsiteX6" fmla="*/ 9952292 w 10410824"/>
              <a:gd name="connsiteY6" fmla="*/ 2838450 h 3914394"/>
              <a:gd name="connsiteX7" fmla="*/ 8916066 w 10410824"/>
              <a:gd name="connsiteY7" fmla="*/ 3832098 h 3914394"/>
              <a:gd name="connsiteX8" fmla="*/ 8915400 w 10410824"/>
              <a:gd name="connsiteY8" fmla="*/ 3870198 h 3914394"/>
              <a:gd name="connsiteX9" fmla="*/ 8871585 w 10410824"/>
              <a:gd name="connsiteY9" fmla="*/ 3914394 h 3914394"/>
              <a:gd name="connsiteX10" fmla="*/ 8871490 w 10410824"/>
              <a:gd name="connsiteY10" fmla="*/ 3914394 h 3914394"/>
              <a:gd name="connsiteX11" fmla="*/ 359570 w 10410824"/>
              <a:gd name="connsiteY11" fmla="*/ 3914394 h 3914394"/>
              <a:gd name="connsiteX12" fmla="*/ 0 w 10410824"/>
              <a:gd name="connsiteY12" fmla="*/ 3554826 h 3914394"/>
              <a:gd name="connsiteX13" fmla="*/ 0 w 10410824"/>
              <a:gd name="connsiteY13" fmla="*/ 359569 h 3914394"/>
              <a:gd name="connsiteX14" fmla="*/ 359570 w 10410824"/>
              <a:gd name="connsiteY14" fmla="*/ 0 h 39143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0410824" h="3914394">
                <a:moveTo>
                  <a:pt x="359570" y="0"/>
                </a:moveTo>
                <a:lnTo>
                  <a:pt x="10051256" y="0"/>
                </a:lnTo>
                <a:cubicBezTo>
                  <a:pt x="10249840" y="0"/>
                  <a:pt x="10410824" y="160984"/>
                  <a:pt x="10410824" y="359569"/>
                </a:cubicBezTo>
                <a:lnTo>
                  <a:pt x="10410824" y="2787015"/>
                </a:lnTo>
                <a:cubicBezTo>
                  <a:pt x="10410720" y="2815527"/>
                  <a:pt x="10387522" y="2838555"/>
                  <a:pt x="10359010" y="2838450"/>
                </a:cubicBezTo>
                <a:cubicBezTo>
                  <a:pt x="10359010" y="2838450"/>
                  <a:pt x="10359010" y="2838450"/>
                  <a:pt x="10359008" y="2838450"/>
                </a:cubicBezTo>
                <a:lnTo>
                  <a:pt x="9952292" y="2838450"/>
                </a:lnTo>
                <a:cubicBezTo>
                  <a:pt x="9395840" y="2838450"/>
                  <a:pt x="8934927" y="3277362"/>
                  <a:pt x="8916066" y="3832098"/>
                </a:cubicBezTo>
                <a:cubicBezTo>
                  <a:pt x="8916066" y="3836003"/>
                  <a:pt x="8915400" y="3861625"/>
                  <a:pt x="8915400" y="3870198"/>
                </a:cubicBezTo>
                <a:cubicBezTo>
                  <a:pt x="8915506" y="3894501"/>
                  <a:pt x="8895888" y="3914289"/>
                  <a:pt x="8871585" y="3914394"/>
                </a:cubicBezTo>
                <a:cubicBezTo>
                  <a:pt x="8871554" y="3914394"/>
                  <a:pt x="8871521" y="3914394"/>
                  <a:pt x="8871490" y="3914394"/>
                </a:cubicBezTo>
                <a:lnTo>
                  <a:pt x="359570" y="3914394"/>
                </a:lnTo>
                <a:cubicBezTo>
                  <a:pt x="160984" y="3914394"/>
                  <a:pt x="0" y="3753410"/>
                  <a:pt x="0" y="3554826"/>
                </a:cubicBezTo>
                <a:lnTo>
                  <a:pt x="0" y="359569"/>
                </a:lnTo>
                <a:cubicBezTo>
                  <a:pt x="0" y="160984"/>
                  <a:pt x="160984" y="0"/>
                  <a:pt x="35957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24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74738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87B88DA-5568-4139-E3D4-DCF499E51546}"/>
              </a:ext>
            </a:extLst>
          </p:cNvPr>
          <p:cNvSpPr/>
          <p:nvPr userDrawn="1"/>
        </p:nvSpPr>
        <p:spPr>
          <a:xfrm>
            <a:off x="16795004" y="9180353"/>
            <a:ext cx="1212882" cy="809888"/>
          </a:xfrm>
          <a:prstGeom prst="roundRect">
            <a:avLst>
              <a:gd name="adj" fmla="val 50000"/>
            </a:avLst>
          </a:prstGeom>
          <a:gradFill>
            <a:gsLst>
              <a:gs pos="100000">
                <a:srgbClr val="2D1440"/>
              </a:gs>
              <a:gs pos="0">
                <a:srgbClr val="040206">
                  <a:alpha val="85000"/>
                </a:srgbClr>
              </a:gs>
            </a:gsLst>
            <a:lin ang="3600000" scaled="0"/>
          </a:gradFill>
          <a:ln w="25400" cap="rnd">
            <a:gradFill>
              <a:gsLst>
                <a:gs pos="73000">
                  <a:srgbClr val="5D2884"/>
                </a:gs>
                <a:gs pos="33000">
                  <a:srgbClr val="210F2F"/>
                </a:gs>
                <a:gs pos="4000">
                  <a:srgbClr val="C39BE1"/>
                </a:gs>
                <a:gs pos="0">
                  <a:srgbClr val="C39BE1"/>
                </a:gs>
                <a:gs pos="86000">
                  <a:srgbClr val="2F1543"/>
                </a:gs>
                <a:gs pos="0">
                  <a:srgbClr val="2F1543"/>
                </a:gs>
              </a:gsLst>
              <a:lin ang="4800000" scaled="0"/>
            </a:gra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C1FA1AF-3780-0D69-CD30-FDBB4EDAC0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3589160" y="9298374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gradFill>
                  <a:gsLst>
                    <a:gs pos="0">
                      <a:srgbClr val="9FFFFF"/>
                    </a:gs>
                    <a:gs pos="50000">
                      <a:srgbClr val="D181FF"/>
                    </a:gs>
                    <a:gs pos="100000">
                      <a:srgbClr val="FEC26A"/>
                    </a:gs>
                  </a:gsLst>
                  <a:lin ang="21000000" scaled="0"/>
                </a:gradFill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fld id="{548DC41A-E892-4CAF-B53C-4BCD571507F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F0BDED9-2281-F718-F472-B2F80F6AA189}"/>
              </a:ext>
            </a:extLst>
          </p:cNvPr>
          <p:cNvSpPr/>
          <p:nvPr userDrawn="1"/>
        </p:nvSpPr>
        <p:spPr>
          <a:xfrm>
            <a:off x="737311" y="5518913"/>
            <a:ext cx="8116403" cy="4136649"/>
          </a:xfrm>
          <a:prstGeom prst="roundRect">
            <a:avLst>
              <a:gd name="adj" fmla="val 9816"/>
            </a:avLst>
          </a:prstGeom>
          <a:gradFill>
            <a:gsLst>
              <a:gs pos="100000">
                <a:srgbClr val="DFCAEE">
                  <a:alpha val="10000"/>
                </a:srgbClr>
              </a:gs>
              <a:gs pos="0">
                <a:srgbClr val="06030A">
                  <a:alpha val="10000"/>
                </a:srgbClr>
              </a:gs>
            </a:gsLst>
            <a:lin ang="5400000" scaled="0"/>
          </a:gradFill>
          <a:ln w="19050" cap="rnd">
            <a:gradFill>
              <a:gsLst>
                <a:gs pos="0">
                  <a:srgbClr val="9FFFFF"/>
                </a:gs>
                <a:gs pos="33000">
                  <a:srgbClr val="584E62"/>
                </a:gs>
              </a:gsLst>
              <a:lin ang="3000000" scaled="0"/>
            </a:gradFill>
            <a:round/>
          </a:ln>
          <a:effectLst>
            <a:outerShdw blurRad="711200" dist="127000" dir="5400000" sx="97000" sy="97000" algn="t" rotWithShape="0">
              <a:srgbClr val="9FFFFF">
                <a:alpha val="3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0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FA79FE89-966E-0DA2-A0BC-FD40D4E3D5A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9940414" y="440937"/>
            <a:ext cx="7822648" cy="8508417"/>
          </a:xfrm>
          <a:prstGeom prst="roundRect">
            <a:avLst>
              <a:gd name="adj" fmla="val 5355"/>
            </a:avLst>
          </a:prstGeom>
        </p:spPr>
        <p:txBody>
          <a:bodyPr wrap="square">
            <a:noAutofit/>
          </a:bodyPr>
          <a:lstStyle>
            <a:lvl1pPr>
              <a:defRPr sz="2400"/>
            </a:lvl1pPr>
          </a:lstStyle>
          <a:p>
            <a:endParaRPr lang="en-US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12F53D09-22F8-E587-073D-7C3C585D4FD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194783" y="5932881"/>
            <a:ext cx="3308712" cy="3308712"/>
          </a:xfrm>
          <a:custGeom>
            <a:avLst/>
            <a:gdLst>
              <a:gd name="connsiteX0" fmla="*/ 272241 w 3308712"/>
              <a:gd name="connsiteY0" fmla="*/ 0 h 3308712"/>
              <a:gd name="connsiteX1" fmla="*/ 3036471 w 3308712"/>
              <a:gd name="connsiteY1" fmla="*/ 0 h 3308712"/>
              <a:gd name="connsiteX2" fmla="*/ 3308712 w 3308712"/>
              <a:gd name="connsiteY2" fmla="*/ 272241 h 3308712"/>
              <a:gd name="connsiteX3" fmla="*/ 3308712 w 3308712"/>
              <a:gd name="connsiteY3" fmla="*/ 3036471 h 3308712"/>
              <a:gd name="connsiteX4" fmla="*/ 3036471 w 3308712"/>
              <a:gd name="connsiteY4" fmla="*/ 3308712 h 3308712"/>
              <a:gd name="connsiteX5" fmla="*/ 272241 w 3308712"/>
              <a:gd name="connsiteY5" fmla="*/ 3308712 h 3308712"/>
              <a:gd name="connsiteX6" fmla="*/ 0 w 3308712"/>
              <a:gd name="connsiteY6" fmla="*/ 3036471 h 3308712"/>
              <a:gd name="connsiteX7" fmla="*/ 0 w 3308712"/>
              <a:gd name="connsiteY7" fmla="*/ 272241 h 3308712"/>
              <a:gd name="connsiteX8" fmla="*/ 272241 w 3308712"/>
              <a:gd name="connsiteY8" fmla="*/ 0 h 3308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308712" h="3308712">
                <a:moveTo>
                  <a:pt x="272241" y="0"/>
                </a:moveTo>
                <a:lnTo>
                  <a:pt x="3036471" y="0"/>
                </a:lnTo>
                <a:cubicBezTo>
                  <a:pt x="3186826" y="0"/>
                  <a:pt x="3308712" y="121886"/>
                  <a:pt x="3308712" y="272241"/>
                </a:cubicBezTo>
                <a:lnTo>
                  <a:pt x="3308712" y="3036471"/>
                </a:lnTo>
                <a:cubicBezTo>
                  <a:pt x="3308712" y="3186826"/>
                  <a:pt x="3186826" y="3308712"/>
                  <a:pt x="3036471" y="3308712"/>
                </a:cubicBezTo>
                <a:lnTo>
                  <a:pt x="272241" y="3308712"/>
                </a:lnTo>
                <a:cubicBezTo>
                  <a:pt x="121886" y="3308712"/>
                  <a:pt x="0" y="3186826"/>
                  <a:pt x="0" y="3036471"/>
                </a:cubicBezTo>
                <a:lnTo>
                  <a:pt x="0" y="272241"/>
                </a:lnTo>
                <a:cubicBezTo>
                  <a:pt x="0" y="121886"/>
                  <a:pt x="121886" y="0"/>
                  <a:pt x="272241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2400"/>
            </a:lvl1pPr>
          </a:lstStyle>
          <a:p>
            <a:endParaRPr lang="en-US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1BFC9CCF-7FBB-8BD5-4CDE-F152B01FC9A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087529" y="5932881"/>
            <a:ext cx="3308712" cy="3308712"/>
          </a:xfrm>
          <a:custGeom>
            <a:avLst/>
            <a:gdLst>
              <a:gd name="connsiteX0" fmla="*/ 272241 w 3308712"/>
              <a:gd name="connsiteY0" fmla="*/ 0 h 3308712"/>
              <a:gd name="connsiteX1" fmla="*/ 3036471 w 3308712"/>
              <a:gd name="connsiteY1" fmla="*/ 0 h 3308712"/>
              <a:gd name="connsiteX2" fmla="*/ 3308712 w 3308712"/>
              <a:gd name="connsiteY2" fmla="*/ 272241 h 3308712"/>
              <a:gd name="connsiteX3" fmla="*/ 3308712 w 3308712"/>
              <a:gd name="connsiteY3" fmla="*/ 3036471 h 3308712"/>
              <a:gd name="connsiteX4" fmla="*/ 3036471 w 3308712"/>
              <a:gd name="connsiteY4" fmla="*/ 3308712 h 3308712"/>
              <a:gd name="connsiteX5" fmla="*/ 272241 w 3308712"/>
              <a:gd name="connsiteY5" fmla="*/ 3308712 h 3308712"/>
              <a:gd name="connsiteX6" fmla="*/ 0 w 3308712"/>
              <a:gd name="connsiteY6" fmla="*/ 3036471 h 3308712"/>
              <a:gd name="connsiteX7" fmla="*/ 0 w 3308712"/>
              <a:gd name="connsiteY7" fmla="*/ 272241 h 3308712"/>
              <a:gd name="connsiteX8" fmla="*/ 272241 w 3308712"/>
              <a:gd name="connsiteY8" fmla="*/ 0 h 3308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308712" h="3308712">
                <a:moveTo>
                  <a:pt x="272241" y="0"/>
                </a:moveTo>
                <a:lnTo>
                  <a:pt x="3036471" y="0"/>
                </a:lnTo>
                <a:cubicBezTo>
                  <a:pt x="3186826" y="0"/>
                  <a:pt x="3308712" y="121886"/>
                  <a:pt x="3308712" y="272241"/>
                </a:cubicBezTo>
                <a:lnTo>
                  <a:pt x="3308712" y="3036471"/>
                </a:lnTo>
                <a:cubicBezTo>
                  <a:pt x="3308712" y="3186826"/>
                  <a:pt x="3186826" y="3308712"/>
                  <a:pt x="3036471" y="3308712"/>
                </a:cubicBezTo>
                <a:lnTo>
                  <a:pt x="272241" y="3308712"/>
                </a:lnTo>
                <a:cubicBezTo>
                  <a:pt x="121886" y="3308712"/>
                  <a:pt x="0" y="3186826"/>
                  <a:pt x="0" y="3036471"/>
                </a:cubicBezTo>
                <a:lnTo>
                  <a:pt x="0" y="272241"/>
                </a:lnTo>
                <a:cubicBezTo>
                  <a:pt x="0" y="121886"/>
                  <a:pt x="121886" y="0"/>
                  <a:pt x="272241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24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591756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87B88DA-5568-4139-E3D4-DCF499E51546}"/>
              </a:ext>
            </a:extLst>
          </p:cNvPr>
          <p:cNvSpPr/>
          <p:nvPr userDrawn="1"/>
        </p:nvSpPr>
        <p:spPr>
          <a:xfrm>
            <a:off x="16795004" y="9180353"/>
            <a:ext cx="1212882" cy="809888"/>
          </a:xfrm>
          <a:prstGeom prst="roundRect">
            <a:avLst>
              <a:gd name="adj" fmla="val 50000"/>
            </a:avLst>
          </a:prstGeom>
          <a:gradFill>
            <a:gsLst>
              <a:gs pos="100000">
                <a:srgbClr val="2D1440"/>
              </a:gs>
              <a:gs pos="0">
                <a:srgbClr val="040206">
                  <a:alpha val="85000"/>
                </a:srgbClr>
              </a:gs>
            </a:gsLst>
            <a:lin ang="3600000" scaled="0"/>
          </a:gradFill>
          <a:ln w="25400" cap="rnd">
            <a:gradFill>
              <a:gsLst>
                <a:gs pos="73000">
                  <a:srgbClr val="5D2884"/>
                </a:gs>
                <a:gs pos="33000">
                  <a:srgbClr val="210F2F"/>
                </a:gs>
                <a:gs pos="4000">
                  <a:srgbClr val="C39BE1"/>
                </a:gs>
                <a:gs pos="0">
                  <a:srgbClr val="C39BE1"/>
                </a:gs>
                <a:gs pos="86000">
                  <a:srgbClr val="2F1543"/>
                </a:gs>
                <a:gs pos="0">
                  <a:srgbClr val="2F1543"/>
                </a:gs>
              </a:gsLst>
              <a:lin ang="4800000" scaled="0"/>
            </a:gra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C1FA1AF-3780-0D69-CD30-FDBB4EDAC0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3589160" y="9298374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gradFill>
                  <a:gsLst>
                    <a:gs pos="0">
                      <a:srgbClr val="9FFFFF"/>
                    </a:gs>
                    <a:gs pos="50000">
                      <a:srgbClr val="D181FF"/>
                    </a:gs>
                    <a:gs pos="100000">
                      <a:srgbClr val="FEC26A"/>
                    </a:gs>
                  </a:gsLst>
                  <a:lin ang="21000000" scaled="0"/>
                </a:gradFill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fld id="{548DC41A-E892-4CAF-B53C-4BCD571507F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3BAF14E3-2B7F-F1A9-AD32-0FAED8C6B19B}"/>
              </a:ext>
            </a:extLst>
          </p:cNvPr>
          <p:cNvSpPr/>
          <p:nvPr userDrawn="1"/>
        </p:nvSpPr>
        <p:spPr>
          <a:xfrm>
            <a:off x="10734980" y="626031"/>
            <a:ext cx="6695769" cy="8975945"/>
          </a:xfrm>
          <a:custGeom>
            <a:avLst/>
            <a:gdLst>
              <a:gd name="connsiteX0" fmla="*/ 372741 w 6695769"/>
              <a:gd name="connsiteY0" fmla="*/ 0 h 8975945"/>
              <a:gd name="connsiteX1" fmla="*/ 446060 w 6695769"/>
              <a:gd name="connsiteY1" fmla="*/ 0 h 8975945"/>
              <a:gd name="connsiteX2" fmla="*/ 4970454 w 6695769"/>
              <a:gd name="connsiteY2" fmla="*/ 0 h 8975945"/>
              <a:gd name="connsiteX3" fmla="*/ 6249709 w 6695769"/>
              <a:gd name="connsiteY3" fmla="*/ 0 h 8975945"/>
              <a:gd name="connsiteX4" fmla="*/ 6695769 w 6695769"/>
              <a:gd name="connsiteY4" fmla="*/ 446060 h 8975945"/>
              <a:gd name="connsiteX5" fmla="*/ 6695769 w 6695769"/>
              <a:gd name="connsiteY5" fmla="*/ 2866704 h 8975945"/>
              <a:gd name="connsiteX6" fmla="*/ 6695769 w 6695769"/>
              <a:gd name="connsiteY6" fmla="*/ 2867275 h 8975945"/>
              <a:gd name="connsiteX7" fmla="*/ 6695769 w 6695769"/>
              <a:gd name="connsiteY7" fmla="*/ 5948142 h 8975945"/>
              <a:gd name="connsiteX8" fmla="*/ 6695769 w 6695769"/>
              <a:gd name="connsiteY8" fmla="*/ 8085356 h 8975945"/>
              <a:gd name="connsiteX9" fmla="*/ 6491173 w 6695769"/>
              <a:gd name="connsiteY9" fmla="*/ 8290144 h 8975945"/>
              <a:gd name="connsiteX10" fmla="*/ 6490981 w 6695769"/>
              <a:gd name="connsiteY10" fmla="*/ 8290144 h 8975945"/>
              <a:gd name="connsiteX11" fmla="*/ 5796322 w 6695769"/>
              <a:gd name="connsiteY11" fmla="*/ 8822972 h 8975945"/>
              <a:gd name="connsiteX12" fmla="*/ 5598297 w 6695769"/>
              <a:gd name="connsiteY12" fmla="*/ 8975944 h 8975945"/>
              <a:gd name="connsiteX13" fmla="*/ 4970465 w 6695769"/>
              <a:gd name="connsiteY13" fmla="*/ 8975944 h 8975945"/>
              <a:gd name="connsiteX14" fmla="*/ 4970454 w 6695769"/>
              <a:gd name="connsiteY14" fmla="*/ 8975945 h 8975945"/>
              <a:gd name="connsiteX15" fmla="*/ 372741 w 6695769"/>
              <a:gd name="connsiteY15" fmla="*/ 8975945 h 8975945"/>
              <a:gd name="connsiteX16" fmla="*/ 0 w 6695769"/>
              <a:gd name="connsiteY16" fmla="*/ 8603204 h 8975945"/>
              <a:gd name="connsiteX17" fmla="*/ 0 w 6695769"/>
              <a:gd name="connsiteY17" fmla="*/ 5948142 h 8975945"/>
              <a:gd name="connsiteX18" fmla="*/ 0 w 6695769"/>
              <a:gd name="connsiteY18" fmla="*/ 5155336 h 8975945"/>
              <a:gd name="connsiteX19" fmla="*/ 0 w 6695769"/>
              <a:gd name="connsiteY19" fmla="*/ 2298918 h 8975945"/>
              <a:gd name="connsiteX20" fmla="*/ 0 w 6695769"/>
              <a:gd name="connsiteY20" fmla="*/ 446060 h 8975945"/>
              <a:gd name="connsiteX21" fmla="*/ 0 w 6695769"/>
              <a:gd name="connsiteY21" fmla="*/ 372741 h 8975945"/>
              <a:gd name="connsiteX22" fmla="*/ 372741 w 6695769"/>
              <a:gd name="connsiteY22" fmla="*/ 0 h 89759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6695769" h="8975945">
                <a:moveTo>
                  <a:pt x="372741" y="0"/>
                </a:moveTo>
                <a:lnTo>
                  <a:pt x="446060" y="0"/>
                </a:lnTo>
                <a:lnTo>
                  <a:pt x="4970454" y="0"/>
                </a:lnTo>
                <a:lnTo>
                  <a:pt x="6249709" y="0"/>
                </a:lnTo>
                <a:cubicBezTo>
                  <a:pt x="6496061" y="0"/>
                  <a:pt x="6695769" y="199708"/>
                  <a:pt x="6695769" y="446060"/>
                </a:cubicBezTo>
                <a:lnTo>
                  <a:pt x="6695769" y="2866704"/>
                </a:lnTo>
                <a:lnTo>
                  <a:pt x="6695769" y="2867275"/>
                </a:lnTo>
                <a:lnTo>
                  <a:pt x="6695769" y="5948142"/>
                </a:lnTo>
                <a:lnTo>
                  <a:pt x="6695769" y="8085356"/>
                </a:lnTo>
                <a:cubicBezTo>
                  <a:pt x="6695821" y="8198404"/>
                  <a:pt x="6604221" y="8290091"/>
                  <a:pt x="6491173" y="8290144"/>
                </a:cubicBezTo>
                <a:cubicBezTo>
                  <a:pt x="6491109" y="8290144"/>
                  <a:pt x="6491045" y="8290144"/>
                  <a:pt x="6490981" y="8290144"/>
                </a:cubicBezTo>
                <a:cubicBezTo>
                  <a:pt x="6165695" y="8290572"/>
                  <a:pt x="5881042" y="8508912"/>
                  <a:pt x="5796322" y="8822972"/>
                </a:cubicBezTo>
                <a:cubicBezTo>
                  <a:pt x="5772588" y="8912933"/>
                  <a:pt x="5691337" y="8975699"/>
                  <a:pt x="5598297" y="8975944"/>
                </a:cubicBezTo>
                <a:lnTo>
                  <a:pt x="4970465" y="8975944"/>
                </a:lnTo>
                <a:lnTo>
                  <a:pt x="4970454" y="8975945"/>
                </a:lnTo>
                <a:lnTo>
                  <a:pt x="372741" y="8975945"/>
                </a:lnTo>
                <a:cubicBezTo>
                  <a:pt x="166882" y="8975945"/>
                  <a:pt x="0" y="8809063"/>
                  <a:pt x="0" y="8603204"/>
                </a:cubicBezTo>
                <a:lnTo>
                  <a:pt x="0" y="5948142"/>
                </a:lnTo>
                <a:lnTo>
                  <a:pt x="0" y="5155336"/>
                </a:lnTo>
                <a:lnTo>
                  <a:pt x="0" y="2298918"/>
                </a:lnTo>
                <a:lnTo>
                  <a:pt x="0" y="446060"/>
                </a:lnTo>
                <a:lnTo>
                  <a:pt x="0" y="372741"/>
                </a:lnTo>
                <a:cubicBezTo>
                  <a:pt x="0" y="166882"/>
                  <a:pt x="166882" y="0"/>
                  <a:pt x="372741" y="0"/>
                </a:cubicBezTo>
                <a:close/>
              </a:path>
            </a:pathLst>
          </a:custGeom>
          <a:gradFill>
            <a:gsLst>
              <a:gs pos="100000">
                <a:srgbClr val="DFCAEE">
                  <a:alpha val="10000"/>
                </a:srgbClr>
              </a:gs>
              <a:gs pos="0">
                <a:srgbClr val="06030A">
                  <a:alpha val="10000"/>
                </a:srgbClr>
              </a:gs>
            </a:gsLst>
            <a:lin ang="5400000" scaled="0"/>
          </a:gradFill>
          <a:ln w="19050" cap="rnd">
            <a:gradFill>
              <a:gsLst>
                <a:gs pos="0">
                  <a:srgbClr val="9FFFFF"/>
                </a:gs>
                <a:gs pos="33000">
                  <a:srgbClr val="584E62"/>
                </a:gs>
              </a:gsLst>
              <a:lin ang="3000000" scaled="0"/>
            </a:gradFill>
            <a:round/>
          </a:ln>
          <a:effectLst>
            <a:outerShdw blurRad="711200" dist="127000" dir="5400000" sx="97000" sy="97000" algn="t" rotWithShape="0">
              <a:srgbClr val="9FFFFF">
                <a:alpha val="3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FCE0BF7D-E387-1339-073A-B929703858B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1173130" y="1059172"/>
            <a:ext cx="5819470" cy="5287520"/>
          </a:xfrm>
          <a:custGeom>
            <a:avLst/>
            <a:gdLst>
              <a:gd name="connsiteX0" fmla="*/ 279763 w 5819470"/>
              <a:gd name="connsiteY0" fmla="*/ 0 h 5287520"/>
              <a:gd name="connsiteX1" fmla="*/ 5539707 w 5819470"/>
              <a:gd name="connsiteY1" fmla="*/ 0 h 5287520"/>
              <a:gd name="connsiteX2" fmla="*/ 5819470 w 5819470"/>
              <a:gd name="connsiteY2" fmla="*/ 279763 h 5287520"/>
              <a:gd name="connsiteX3" fmla="*/ 5819470 w 5819470"/>
              <a:gd name="connsiteY3" fmla="*/ 5007757 h 5287520"/>
              <a:gd name="connsiteX4" fmla="*/ 5539707 w 5819470"/>
              <a:gd name="connsiteY4" fmla="*/ 5287520 h 5287520"/>
              <a:gd name="connsiteX5" fmla="*/ 279763 w 5819470"/>
              <a:gd name="connsiteY5" fmla="*/ 5287520 h 5287520"/>
              <a:gd name="connsiteX6" fmla="*/ 0 w 5819470"/>
              <a:gd name="connsiteY6" fmla="*/ 5007757 h 5287520"/>
              <a:gd name="connsiteX7" fmla="*/ 0 w 5819470"/>
              <a:gd name="connsiteY7" fmla="*/ 279763 h 5287520"/>
              <a:gd name="connsiteX8" fmla="*/ 279763 w 5819470"/>
              <a:gd name="connsiteY8" fmla="*/ 0 h 5287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819470" h="5287520">
                <a:moveTo>
                  <a:pt x="279763" y="0"/>
                </a:moveTo>
                <a:lnTo>
                  <a:pt x="5539707" y="0"/>
                </a:lnTo>
                <a:cubicBezTo>
                  <a:pt x="5694216" y="0"/>
                  <a:pt x="5819470" y="125254"/>
                  <a:pt x="5819470" y="279763"/>
                </a:cubicBezTo>
                <a:lnTo>
                  <a:pt x="5819470" y="5007757"/>
                </a:lnTo>
                <a:cubicBezTo>
                  <a:pt x="5819470" y="5162266"/>
                  <a:pt x="5694216" y="5287520"/>
                  <a:pt x="5539707" y="5287520"/>
                </a:cubicBezTo>
                <a:lnTo>
                  <a:pt x="279763" y="5287520"/>
                </a:lnTo>
                <a:cubicBezTo>
                  <a:pt x="125254" y="5287520"/>
                  <a:pt x="0" y="5162266"/>
                  <a:pt x="0" y="5007757"/>
                </a:cubicBezTo>
                <a:lnTo>
                  <a:pt x="0" y="279763"/>
                </a:lnTo>
                <a:cubicBezTo>
                  <a:pt x="0" y="125254"/>
                  <a:pt x="125254" y="0"/>
                  <a:pt x="279763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2400"/>
            </a:lvl1pPr>
          </a:lstStyle>
          <a:p>
            <a:endParaRPr lang="en-US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1344A721-6CB3-D553-8129-17E0F210EE3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1173130" y="6590778"/>
            <a:ext cx="2804652" cy="2637050"/>
          </a:xfrm>
          <a:custGeom>
            <a:avLst/>
            <a:gdLst>
              <a:gd name="connsiteX0" fmla="*/ 139526 w 2804652"/>
              <a:gd name="connsiteY0" fmla="*/ 0 h 2637050"/>
              <a:gd name="connsiteX1" fmla="*/ 2665126 w 2804652"/>
              <a:gd name="connsiteY1" fmla="*/ 0 h 2637050"/>
              <a:gd name="connsiteX2" fmla="*/ 2804652 w 2804652"/>
              <a:gd name="connsiteY2" fmla="*/ 139526 h 2637050"/>
              <a:gd name="connsiteX3" fmla="*/ 2804652 w 2804652"/>
              <a:gd name="connsiteY3" fmla="*/ 2497524 h 2637050"/>
              <a:gd name="connsiteX4" fmla="*/ 2665126 w 2804652"/>
              <a:gd name="connsiteY4" fmla="*/ 2637050 h 2637050"/>
              <a:gd name="connsiteX5" fmla="*/ 139526 w 2804652"/>
              <a:gd name="connsiteY5" fmla="*/ 2637050 h 2637050"/>
              <a:gd name="connsiteX6" fmla="*/ 0 w 2804652"/>
              <a:gd name="connsiteY6" fmla="*/ 2497524 h 2637050"/>
              <a:gd name="connsiteX7" fmla="*/ 0 w 2804652"/>
              <a:gd name="connsiteY7" fmla="*/ 139526 h 2637050"/>
              <a:gd name="connsiteX8" fmla="*/ 139526 w 2804652"/>
              <a:gd name="connsiteY8" fmla="*/ 0 h 263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804652" h="2637050">
                <a:moveTo>
                  <a:pt x="139526" y="0"/>
                </a:moveTo>
                <a:lnTo>
                  <a:pt x="2665126" y="0"/>
                </a:lnTo>
                <a:cubicBezTo>
                  <a:pt x="2742184" y="0"/>
                  <a:pt x="2804652" y="62468"/>
                  <a:pt x="2804652" y="139526"/>
                </a:cubicBezTo>
                <a:lnTo>
                  <a:pt x="2804652" y="2497524"/>
                </a:lnTo>
                <a:cubicBezTo>
                  <a:pt x="2804652" y="2574582"/>
                  <a:pt x="2742184" y="2637050"/>
                  <a:pt x="2665126" y="2637050"/>
                </a:cubicBezTo>
                <a:lnTo>
                  <a:pt x="139526" y="2637050"/>
                </a:lnTo>
                <a:cubicBezTo>
                  <a:pt x="62468" y="2637050"/>
                  <a:pt x="0" y="2574582"/>
                  <a:pt x="0" y="2497524"/>
                </a:cubicBezTo>
                <a:lnTo>
                  <a:pt x="0" y="139526"/>
                </a:lnTo>
                <a:cubicBezTo>
                  <a:pt x="0" y="62468"/>
                  <a:pt x="62468" y="0"/>
                  <a:pt x="139526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2400"/>
            </a:lvl1pPr>
          </a:lstStyle>
          <a:p>
            <a:endParaRPr lang="en-US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0C218AF0-48B1-9E1A-350C-EE7991BAB3C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4192250" y="6589689"/>
            <a:ext cx="2800350" cy="2638141"/>
          </a:xfrm>
          <a:custGeom>
            <a:avLst/>
            <a:gdLst>
              <a:gd name="connsiteX0" fmla="*/ 139637 w 2800350"/>
              <a:gd name="connsiteY0" fmla="*/ 1 h 2638141"/>
              <a:gd name="connsiteX1" fmla="*/ 2660618 w 2800350"/>
              <a:gd name="connsiteY1" fmla="*/ 1 h 2638141"/>
              <a:gd name="connsiteX2" fmla="*/ 2800350 w 2800350"/>
              <a:gd name="connsiteY2" fmla="*/ 139542 h 2638141"/>
              <a:gd name="connsiteX3" fmla="*/ 2800350 w 2800350"/>
              <a:gd name="connsiteY3" fmla="*/ 139638 h 2638141"/>
              <a:gd name="connsiteX4" fmla="*/ 2800350 w 2800350"/>
              <a:gd name="connsiteY4" fmla="*/ 1752220 h 2638141"/>
              <a:gd name="connsiteX5" fmla="*/ 2607182 w 2800350"/>
              <a:gd name="connsiteY5" fmla="*/ 2041494 h 2638141"/>
              <a:gd name="connsiteX6" fmla="*/ 2109311 w 2800350"/>
              <a:gd name="connsiteY6" fmla="*/ 2480311 h 2638141"/>
              <a:gd name="connsiteX7" fmla="*/ 1837182 w 2800350"/>
              <a:gd name="connsiteY7" fmla="*/ 2638141 h 2638141"/>
              <a:gd name="connsiteX8" fmla="*/ 139637 w 2800350"/>
              <a:gd name="connsiteY8" fmla="*/ 2638141 h 2638141"/>
              <a:gd name="connsiteX9" fmla="*/ 0 w 2800350"/>
              <a:gd name="connsiteY9" fmla="*/ 2498694 h 2638141"/>
              <a:gd name="connsiteX10" fmla="*/ 0 w 2800350"/>
              <a:gd name="connsiteY10" fmla="*/ 139638 h 2638141"/>
              <a:gd name="connsiteX11" fmla="*/ 139637 w 2800350"/>
              <a:gd name="connsiteY11" fmla="*/ 1 h 26381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800350" h="2638141">
                <a:moveTo>
                  <a:pt x="139637" y="1"/>
                </a:moveTo>
                <a:lnTo>
                  <a:pt x="2660618" y="1"/>
                </a:lnTo>
                <a:cubicBezTo>
                  <a:pt x="2737738" y="-52"/>
                  <a:pt x="2800298" y="62423"/>
                  <a:pt x="2800350" y="139542"/>
                </a:cubicBezTo>
                <a:cubicBezTo>
                  <a:pt x="2800350" y="139574"/>
                  <a:pt x="2800350" y="139606"/>
                  <a:pt x="2800350" y="139638"/>
                </a:cubicBezTo>
                <a:lnTo>
                  <a:pt x="2800350" y="1752220"/>
                </a:lnTo>
                <a:cubicBezTo>
                  <a:pt x="2800044" y="1878732"/>
                  <a:pt x="2723920" y="1992730"/>
                  <a:pt x="2607182" y="2041494"/>
                </a:cubicBezTo>
                <a:cubicBezTo>
                  <a:pt x="2397732" y="2129430"/>
                  <a:pt x="2222856" y="2283562"/>
                  <a:pt x="2109311" y="2480311"/>
                </a:cubicBezTo>
                <a:cubicBezTo>
                  <a:pt x="2053347" y="2577794"/>
                  <a:pt x="1949587" y="2637973"/>
                  <a:pt x="1837182" y="2638141"/>
                </a:cubicBezTo>
                <a:lnTo>
                  <a:pt x="139637" y="2638141"/>
                </a:lnTo>
                <a:cubicBezTo>
                  <a:pt x="62592" y="2638141"/>
                  <a:pt x="105" y="2575739"/>
                  <a:pt x="0" y="2498694"/>
                </a:cubicBezTo>
                <a:lnTo>
                  <a:pt x="0" y="139638"/>
                </a:lnTo>
                <a:cubicBezTo>
                  <a:pt x="0" y="62518"/>
                  <a:pt x="62517" y="1"/>
                  <a:pt x="139637" y="1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24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785458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87B88DA-5568-4139-E3D4-DCF499E51546}"/>
              </a:ext>
            </a:extLst>
          </p:cNvPr>
          <p:cNvSpPr/>
          <p:nvPr userDrawn="1"/>
        </p:nvSpPr>
        <p:spPr>
          <a:xfrm>
            <a:off x="16795004" y="9180353"/>
            <a:ext cx="1212882" cy="809888"/>
          </a:xfrm>
          <a:prstGeom prst="roundRect">
            <a:avLst>
              <a:gd name="adj" fmla="val 50000"/>
            </a:avLst>
          </a:prstGeom>
          <a:gradFill>
            <a:gsLst>
              <a:gs pos="100000">
                <a:srgbClr val="2D1440"/>
              </a:gs>
              <a:gs pos="0">
                <a:srgbClr val="040206">
                  <a:alpha val="85000"/>
                </a:srgbClr>
              </a:gs>
            </a:gsLst>
            <a:lin ang="3600000" scaled="0"/>
          </a:gradFill>
          <a:ln w="25400" cap="rnd">
            <a:gradFill>
              <a:gsLst>
                <a:gs pos="73000">
                  <a:srgbClr val="5D2884"/>
                </a:gs>
                <a:gs pos="33000">
                  <a:srgbClr val="210F2F"/>
                </a:gs>
                <a:gs pos="4000">
                  <a:srgbClr val="C39BE1"/>
                </a:gs>
                <a:gs pos="0">
                  <a:srgbClr val="C39BE1"/>
                </a:gs>
                <a:gs pos="86000">
                  <a:srgbClr val="2F1543"/>
                </a:gs>
                <a:gs pos="0">
                  <a:srgbClr val="2F1543"/>
                </a:gs>
              </a:gsLst>
              <a:lin ang="4800000" scaled="0"/>
            </a:gra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C1FA1AF-3780-0D69-CD30-FDBB4EDAC0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3589160" y="9298374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gradFill>
                  <a:gsLst>
                    <a:gs pos="0">
                      <a:srgbClr val="9FFFFF"/>
                    </a:gs>
                    <a:gs pos="50000">
                      <a:srgbClr val="D181FF"/>
                    </a:gs>
                    <a:gs pos="100000">
                      <a:srgbClr val="FEC26A"/>
                    </a:gs>
                  </a:gsLst>
                  <a:lin ang="21000000" scaled="0"/>
                </a:gradFill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fld id="{548DC41A-E892-4CAF-B53C-4BCD571507F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1050CA9-9A9D-0075-F2D6-B39320FB1C28}"/>
              </a:ext>
            </a:extLst>
          </p:cNvPr>
          <p:cNvSpPr/>
          <p:nvPr userDrawn="1"/>
        </p:nvSpPr>
        <p:spPr>
          <a:xfrm>
            <a:off x="884902" y="5143500"/>
            <a:ext cx="15043355" cy="4383957"/>
          </a:xfrm>
          <a:prstGeom prst="roundRect">
            <a:avLst>
              <a:gd name="adj" fmla="val 7362"/>
            </a:avLst>
          </a:prstGeom>
          <a:gradFill>
            <a:gsLst>
              <a:gs pos="100000">
                <a:srgbClr val="DFCAEE">
                  <a:alpha val="10000"/>
                </a:srgbClr>
              </a:gs>
              <a:gs pos="0">
                <a:srgbClr val="06030A">
                  <a:alpha val="10000"/>
                </a:srgbClr>
              </a:gs>
            </a:gsLst>
            <a:lin ang="5400000" scaled="0"/>
          </a:gradFill>
          <a:ln w="19050" cap="rnd">
            <a:gradFill>
              <a:gsLst>
                <a:gs pos="0">
                  <a:srgbClr val="9FFFFF"/>
                </a:gs>
                <a:gs pos="33000">
                  <a:srgbClr val="584E62"/>
                </a:gs>
              </a:gsLst>
              <a:lin ang="3000000" scaled="0"/>
            </a:gradFill>
            <a:round/>
          </a:ln>
          <a:effectLst>
            <a:outerShdw blurRad="711200" dist="127000" dir="5400000" sx="97000" sy="97000" algn="t" rotWithShape="0">
              <a:srgbClr val="9FFFFF">
                <a:alpha val="3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1430D7AD-6F32-BA83-37EA-53DC79E6679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9948864" y="1743075"/>
            <a:ext cx="7234238" cy="3955255"/>
          </a:xfrm>
          <a:custGeom>
            <a:avLst/>
            <a:gdLst>
              <a:gd name="connsiteX0" fmla="*/ 0 w 7234238"/>
              <a:gd name="connsiteY0" fmla="*/ 0 h 3955255"/>
              <a:gd name="connsiteX1" fmla="*/ 7234238 w 7234238"/>
              <a:gd name="connsiteY1" fmla="*/ 0 h 3955255"/>
              <a:gd name="connsiteX2" fmla="*/ 7234238 w 7234238"/>
              <a:gd name="connsiteY2" fmla="*/ 3955255 h 3955255"/>
              <a:gd name="connsiteX3" fmla="*/ 0 w 7234238"/>
              <a:gd name="connsiteY3" fmla="*/ 3955255 h 39552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234238" h="3955255">
                <a:moveTo>
                  <a:pt x="0" y="0"/>
                </a:moveTo>
                <a:lnTo>
                  <a:pt x="7234238" y="0"/>
                </a:lnTo>
                <a:lnTo>
                  <a:pt x="7234238" y="3955255"/>
                </a:lnTo>
                <a:lnTo>
                  <a:pt x="0" y="3955255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24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719588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raphic 18">
            <a:extLst>
              <a:ext uri="{FF2B5EF4-FFF2-40B4-BE49-F238E27FC236}">
                <a16:creationId xmlns:a16="http://schemas.microsoft.com/office/drawing/2014/main" id="{F406D31C-CCC2-F7CC-013A-CBAF1CE5C7E9}"/>
              </a:ext>
            </a:extLst>
          </p:cNvPr>
          <p:cNvSpPr/>
          <p:nvPr userDrawn="1"/>
        </p:nvSpPr>
        <p:spPr>
          <a:xfrm>
            <a:off x="723900" y="5145952"/>
            <a:ext cx="16840200" cy="4381505"/>
          </a:xfrm>
          <a:custGeom>
            <a:avLst/>
            <a:gdLst>
              <a:gd name="connsiteX0" fmla="*/ 16840200 w 16840200"/>
              <a:gd name="connsiteY0" fmla="*/ 322517 h 4381505"/>
              <a:gd name="connsiteX1" fmla="*/ 16840200 w 16840200"/>
              <a:gd name="connsiteY1" fmla="*/ 3367088 h 4381505"/>
              <a:gd name="connsiteX2" fmla="*/ 16478250 w 16840200"/>
              <a:gd name="connsiteY2" fmla="*/ 3729038 h 4381505"/>
              <a:gd name="connsiteX3" fmla="*/ 16478250 w 16840200"/>
              <a:gd name="connsiteY3" fmla="*/ 3729038 h 4381505"/>
              <a:gd name="connsiteX4" fmla="*/ 15817215 w 16840200"/>
              <a:gd name="connsiteY4" fmla="*/ 4165187 h 4381505"/>
              <a:gd name="connsiteX5" fmla="*/ 15483840 w 16840200"/>
              <a:gd name="connsiteY5" fmla="*/ 4381500 h 4381505"/>
              <a:gd name="connsiteX6" fmla="*/ 322517 w 16840200"/>
              <a:gd name="connsiteY6" fmla="*/ 4381500 h 4381505"/>
              <a:gd name="connsiteX7" fmla="*/ 0 w 16840200"/>
              <a:gd name="connsiteY7" fmla="*/ 4058984 h 4381505"/>
              <a:gd name="connsiteX8" fmla="*/ 0 w 16840200"/>
              <a:gd name="connsiteY8" fmla="*/ 322517 h 4381505"/>
              <a:gd name="connsiteX9" fmla="*/ 322517 w 16840200"/>
              <a:gd name="connsiteY9" fmla="*/ 0 h 4381505"/>
              <a:gd name="connsiteX10" fmla="*/ 16517588 w 16840200"/>
              <a:gd name="connsiteY10" fmla="*/ 0 h 4381505"/>
              <a:gd name="connsiteX11" fmla="*/ 16840200 w 16840200"/>
              <a:gd name="connsiteY11" fmla="*/ 322421 h 4381505"/>
              <a:gd name="connsiteX12" fmla="*/ 16840200 w 16840200"/>
              <a:gd name="connsiteY12" fmla="*/ 322517 h 43815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840200" h="4381505">
                <a:moveTo>
                  <a:pt x="16840200" y="322517"/>
                </a:moveTo>
                <a:lnTo>
                  <a:pt x="16840200" y="3367088"/>
                </a:lnTo>
                <a:cubicBezTo>
                  <a:pt x="16840200" y="3566987"/>
                  <a:pt x="16678149" y="3729038"/>
                  <a:pt x="16478250" y="3729038"/>
                </a:cubicBezTo>
                <a:lnTo>
                  <a:pt x="16478250" y="3729038"/>
                </a:lnTo>
                <a:cubicBezTo>
                  <a:pt x="16190564" y="3729322"/>
                  <a:pt x="15930653" y="3900810"/>
                  <a:pt x="15817215" y="4165187"/>
                </a:cubicBezTo>
                <a:cubicBezTo>
                  <a:pt x="15759150" y="4297304"/>
                  <a:pt x="15628151" y="4382304"/>
                  <a:pt x="15483840" y="4381500"/>
                </a:cubicBezTo>
                <a:lnTo>
                  <a:pt x="322517" y="4381500"/>
                </a:lnTo>
                <a:cubicBezTo>
                  <a:pt x="144396" y="4381500"/>
                  <a:pt x="0" y="4237105"/>
                  <a:pt x="0" y="4058984"/>
                </a:cubicBezTo>
                <a:lnTo>
                  <a:pt x="0" y="322517"/>
                </a:lnTo>
                <a:cubicBezTo>
                  <a:pt x="0" y="144396"/>
                  <a:pt x="144396" y="0"/>
                  <a:pt x="322517" y="0"/>
                </a:cubicBezTo>
                <a:lnTo>
                  <a:pt x="16517588" y="0"/>
                </a:lnTo>
                <a:cubicBezTo>
                  <a:pt x="16695709" y="-53"/>
                  <a:pt x="16840148" y="144300"/>
                  <a:pt x="16840200" y="322421"/>
                </a:cubicBezTo>
                <a:cubicBezTo>
                  <a:pt x="16840200" y="322453"/>
                  <a:pt x="16840200" y="322485"/>
                  <a:pt x="16840200" y="322517"/>
                </a:cubicBezTo>
                <a:close/>
              </a:path>
            </a:pathLst>
          </a:custGeom>
          <a:gradFill>
            <a:gsLst>
              <a:gs pos="100000">
                <a:srgbClr val="DFCAEE">
                  <a:alpha val="10000"/>
                </a:srgbClr>
              </a:gs>
              <a:gs pos="0">
                <a:srgbClr val="06030A">
                  <a:alpha val="10000"/>
                </a:srgbClr>
              </a:gs>
            </a:gsLst>
            <a:lin ang="5400000" scaled="0"/>
          </a:gradFill>
          <a:ln w="19050" cap="rnd">
            <a:gradFill>
              <a:gsLst>
                <a:gs pos="0">
                  <a:srgbClr val="FEC26A"/>
                </a:gs>
                <a:gs pos="33000">
                  <a:srgbClr val="584E62"/>
                </a:gs>
              </a:gsLst>
              <a:lin ang="3000000" scaled="0"/>
            </a:gradFill>
            <a:round/>
          </a:ln>
          <a:effectLst>
            <a:outerShdw blurRad="711200" dist="127000" dir="5400000" sx="97000" sy="97000" algn="t" rotWithShape="0">
              <a:srgbClr val="FEC26A">
                <a:alpha val="3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87B88DA-5568-4139-E3D4-DCF499E51546}"/>
              </a:ext>
            </a:extLst>
          </p:cNvPr>
          <p:cNvSpPr/>
          <p:nvPr userDrawn="1"/>
        </p:nvSpPr>
        <p:spPr>
          <a:xfrm>
            <a:off x="16795004" y="9180353"/>
            <a:ext cx="1212882" cy="809888"/>
          </a:xfrm>
          <a:prstGeom prst="roundRect">
            <a:avLst>
              <a:gd name="adj" fmla="val 50000"/>
            </a:avLst>
          </a:prstGeom>
          <a:gradFill>
            <a:gsLst>
              <a:gs pos="100000">
                <a:srgbClr val="2D1440"/>
              </a:gs>
              <a:gs pos="0">
                <a:srgbClr val="040206">
                  <a:alpha val="85000"/>
                </a:srgbClr>
              </a:gs>
            </a:gsLst>
            <a:lin ang="3600000" scaled="0"/>
          </a:gradFill>
          <a:ln w="25400" cap="rnd">
            <a:gradFill>
              <a:gsLst>
                <a:gs pos="73000">
                  <a:srgbClr val="5D2884"/>
                </a:gs>
                <a:gs pos="33000">
                  <a:srgbClr val="210F2F"/>
                </a:gs>
                <a:gs pos="4000">
                  <a:srgbClr val="C39BE1"/>
                </a:gs>
                <a:gs pos="0">
                  <a:srgbClr val="C39BE1"/>
                </a:gs>
                <a:gs pos="86000">
                  <a:srgbClr val="2F1543"/>
                </a:gs>
                <a:gs pos="0">
                  <a:srgbClr val="2F1543"/>
                </a:gs>
              </a:gsLst>
              <a:lin ang="4800000" scaled="0"/>
            </a:gra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C1FA1AF-3780-0D69-CD30-FDBB4EDAC0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3589160" y="9298374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gradFill>
                  <a:gsLst>
                    <a:gs pos="0">
                      <a:srgbClr val="9FFFFF"/>
                    </a:gs>
                    <a:gs pos="50000">
                      <a:srgbClr val="D181FF"/>
                    </a:gs>
                    <a:gs pos="100000">
                      <a:srgbClr val="FEC26A"/>
                    </a:gs>
                  </a:gsLst>
                  <a:lin ang="21000000" scaled="0"/>
                </a:gradFill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fld id="{548DC41A-E892-4CAF-B53C-4BCD571507F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AAC0A22-B1FE-D438-DC48-998A851129B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577009" y="2031930"/>
            <a:ext cx="4337373" cy="5962634"/>
          </a:xfrm>
          <a:custGeom>
            <a:avLst/>
            <a:gdLst>
              <a:gd name="connsiteX0" fmla="*/ 0 w 4337373"/>
              <a:gd name="connsiteY0" fmla="*/ 0 h 5962634"/>
              <a:gd name="connsiteX1" fmla="*/ 4337373 w 4337373"/>
              <a:gd name="connsiteY1" fmla="*/ 0 h 5962634"/>
              <a:gd name="connsiteX2" fmla="*/ 4337373 w 4337373"/>
              <a:gd name="connsiteY2" fmla="*/ 5962634 h 5962634"/>
              <a:gd name="connsiteX3" fmla="*/ 0 w 4337373"/>
              <a:gd name="connsiteY3" fmla="*/ 5962634 h 59626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37373" h="5962634">
                <a:moveTo>
                  <a:pt x="0" y="0"/>
                </a:moveTo>
                <a:lnTo>
                  <a:pt x="4337373" y="0"/>
                </a:lnTo>
                <a:lnTo>
                  <a:pt x="4337373" y="5962634"/>
                </a:lnTo>
                <a:lnTo>
                  <a:pt x="0" y="5962634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2400"/>
            </a:lvl1pPr>
          </a:lstStyle>
          <a:p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3B1A6EEB-9AAA-7270-32A5-EDE91FAC4B5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000933" y="5079090"/>
            <a:ext cx="2187581" cy="3644251"/>
          </a:xfrm>
          <a:custGeom>
            <a:avLst/>
            <a:gdLst>
              <a:gd name="connsiteX0" fmla="*/ 187784 w 2187581"/>
              <a:gd name="connsiteY0" fmla="*/ 0 h 3644251"/>
              <a:gd name="connsiteX1" fmla="*/ 1999801 w 2187581"/>
              <a:gd name="connsiteY1" fmla="*/ 0 h 3644251"/>
              <a:gd name="connsiteX2" fmla="*/ 2187581 w 2187581"/>
              <a:gd name="connsiteY2" fmla="*/ 187784 h 3644251"/>
              <a:gd name="connsiteX3" fmla="*/ 2187581 w 2187581"/>
              <a:gd name="connsiteY3" fmla="*/ 3456471 h 3644251"/>
              <a:gd name="connsiteX4" fmla="*/ 1999801 w 2187581"/>
              <a:gd name="connsiteY4" fmla="*/ 3644251 h 3644251"/>
              <a:gd name="connsiteX5" fmla="*/ 187784 w 2187581"/>
              <a:gd name="connsiteY5" fmla="*/ 3644251 h 3644251"/>
              <a:gd name="connsiteX6" fmla="*/ 0 w 2187581"/>
              <a:gd name="connsiteY6" fmla="*/ 3456471 h 3644251"/>
              <a:gd name="connsiteX7" fmla="*/ 0 w 2187581"/>
              <a:gd name="connsiteY7" fmla="*/ 187784 h 3644251"/>
              <a:gd name="connsiteX8" fmla="*/ 187784 w 2187581"/>
              <a:gd name="connsiteY8" fmla="*/ 0 h 36442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187581" h="3644251">
                <a:moveTo>
                  <a:pt x="187784" y="0"/>
                </a:moveTo>
                <a:lnTo>
                  <a:pt x="1999801" y="0"/>
                </a:lnTo>
                <a:cubicBezTo>
                  <a:pt x="2103508" y="0"/>
                  <a:pt x="2187581" y="84075"/>
                  <a:pt x="2187581" y="187784"/>
                </a:cubicBezTo>
                <a:lnTo>
                  <a:pt x="2187581" y="3456471"/>
                </a:lnTo>
                <a:cubicBezTo>
                  <a:pt x="2187581" y="3560178"/>
                  <a:pt x="2103508" y="3644251"/>
                  <a:pt x="1999801" y="3644251"/>
                </a:cubicBezTo>
                <a:lnTo>
                  <a:pt x="187784" y="3644251"/>
                </a:lnTo>
                <a:cubicBezTo>
                  <a:pt x="84075" y="3644251"/>
                  <a:pt x="0" y="3560178"/>
                  <a:pt x="0" y="3456471"/>
                </a:cubicBezTo>
                <a:lnTo>
                  <a:pt x="0" y="187784"/>
                </a:lnTo>
                <a:cubicBezTo>
                  <a:pt x="0" y="84075"/>
                  <a:pt x="84075" y="0"/>
                  <a:pt x="187784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24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840455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87B88DA-5568-4139-E3D4-DCF499E51546}"/>
              </a:ext>
            </a:extLst>
          </p:cNvPr>
          <p:cNvSpPr/>
          <p:nvPr userDrawn="1"/>
        </p:nvSpPr>
        <p:spPr>
          <a:xfrm>
            <a:off x="16795004" y="9180353"/>
            <a:ext cx="1212882" cy="809888"/>
          </a:xfrm>
          <a:prstGeom prst="roundRect">
            <a:avLst>
              <a:gd name="adj" fmla="val 50000"/>
            </a:avLst>
          </a:prstGeom>
          <a:gradFill>
            <a:gsLst>
              <a:gs pos="100000">
                <a:srgbClr val="2D1440"/>
              </a:gs>
              <a:gs pos="0">
                <a:srgbClr val="040206">
                  <a:alpha val="85000"/>
                </a:srgbClr>
              </a:gs>
            </a:gsLst>
            <a:lin ang="3600000" scaled="0"/>
          </a:gradFill>
          <a:ln w="25400" cap="rnd">
            <a:gradFill>
              <a:gsLst>
                <a:gs pos="73000">
                  <a:srgbClr val="5D2884"/>
                </a:gs>
                <a:gs pos="33000">
                  <a:srgbClr val="210F2F"/>
                </a:gs>
                <a:gs pos="4000">
                  <a:srgbClr val="C39BE1"/>
                </a:gs>
                <a:gs pos="0">
                  <a:srgbClr val="C39BE1"/>
                </a:gs>
                <a:gs pos="86000">
                  <a:srgbClr val="2F1543"/>
                </a:gs>
                <a:gs pos="0">
                  <a:srgbClr val="2F1543"/>
                </a:gs>
              </a:gsLst>
              <a:lin ang="4800000" scaled="0"/>
            </a:gra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C1FA1AF-3780-0D69-CD30-FDBB4EDAC0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3589160" y="9298374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gradFill>
                  <a:gsLst>
                    <a:gs pos="0">
                      <a:srgbClr val="9FFFFF"/>
                    </a:gs>
                    <a:gs pos="50000">
                      <a:srgbClr val="D181FF"/>
                    </a:gs>
                    <a:gs pos="100000">
                      <a:srgbClr val="FEC26A"/>
                    </a:gs>
                  </a:gsLst>
                  <a:lin ang="21000000" scaled="0"/>
                </a:gradFill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fld id="{548DC41A-E892-4CAF-B53C-4BCD571507F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0C2D015-96A3-462E-A6B0-C3FE54645D4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1490901" y="1716276"/>
            <a:ext cx="5052649" cy="6854448"/>
          </a:xfrm>
          <a:custGeom>
            <a:avLst/>
            <a:gdLst>
              <a:gd name="connsiteX0" fmla="*/ 2459593 w 5052649"/>
              <a:gd name="connsiteY0" fmla="*/ 0 h 6854448"/>
              <a:gd name="connsiteX1" fmla="*/ 4242321 w 5052649"/>
              <a:gd name="connsiteY1" fmla="*/ 529098 h 6854448"/>
              <a:gd name="connsiteX2" fmla="*/ 4966853 w 5052649"/>
              <a:gd name="connsiteY2" fmla="*/ 2001995 h 6854448"/>
              <a:gd name="connsiteX3" fmla="*/ 3203190 w 5052649"/>
              <a:gd name="connsiteY3" fmla="*/ 2001995 h 6854448"/>
              <a:gd name="connsiteX4" fmla="*/ 2964857 w 5052649"/>
              <a:gd name="connsiteY4" fmla="*/ 1491963 h 6854448"/>
              <a:gd name="connsiteX5" fmla="*/ 2402393 w 5052649"/>
              <a:gd name="connsiteY5" fmla="*/ 1306064 h 6854448"/>
              <a:gd name="connsiteX6" fmla="*/ 1925727 w 5052649"/>
              <a:gd name="connsiteY6" fmla="*/ 1463363 h 6854448"/>
              <a:gd name="connsiteX7" fmla="*/ 1744594 w 5052649"/>
              <a:gd name="connsiteY7" fmla="*/ 1916194 h 6854448"/>
              <a:gd name="connsiteX8" fmla="*/ 2049661 w 5052649"/>
              <a:gd name="connsiteY8" fmla="*/ 2421461 h 6854448"/>
              <a:gd name="connsiteX9" fmla="*/ 3002990 w 5052649"/>
              <a:gd name="connsiteY9" fmla="*/ 2812325 h 6854448"/>
              <a:gd name="connsiteX10" fmla="*/ 4056420 w 5052649"/>
              <a:gd name="connsiteY10" fmla="*/ 3231791 h 6854448"/>
              <a:gd name="connsiteX11" fmla="*/ 4757117 w 5052649"/>
              <a:gd name="connsiteY11" fmla="*/ 3813323 h 6854448"/>
              <a:gd name="connsiteX12" fmla="*/ 5052649 w 5052649"/>
              <a:gd name="connsiteY12" fmla="*/ 4795253 h 6854448"/>
              <a:gd name="connsiteX13" fmla="*/ 4761884 w 5052649"/>
              <a:gd name="connsiteY13" fmla="*/ 5834383 h 6854448"/>
              <a:gd name="connsiteX14" fmla="*/ 3918187 w 5052649"/>
              <a:gd name="connsiteY14" fmla="*/ 6577982 h 6854448"/>
              <a:gd name="connsiteX15" fmla="*/ 2612125 w 5052649"/>
              <a:gd name="connsiteY15" fmla="*/ 6854448 h 6854448"/>
              <a:gd name="connsiteX16" fmla="*/ 1296529 w 5052649"/>
              <a:gd name="connsiteY16" fmla="*/ 6616115 h 6854448"/>
              <a:gd name="connsiteX17" fmla="*/ 367031 w 5052649"/>
              <a:gd name="connsiteY17" fmla="*/ 5910649 h 6854448"/>
              <a:gd name="connsiteX18" fmla="*/ 0 w 5052649"/>
              <a:gd name="connsiteY18" fmla="*/ 4785720 h 6854448"/>
              <a:gd name="connsiteX19" fmla="*/ 1735062 w 5052649"/>
              <a:gd name="connsiteY19" fmla="*/ 4785720 h 6854448"/>
              <a:gd name="connsiteX20" fmla="*/ 1992460 w 5052649"/>
              <a:gd name="connsiteY20" fmla="*/ 5352953 h 6854448"/>
              <a:gd name="connsiteX21" fmla="*/ 2564459 w 5052649"/>
              <a:gd name="connsiteY21" fmla="*/ 5548385 h 6854448"/>
              <a:gd name="connsiteX22" fmla="*/ 3136457 w 5052649"/>
              <a:gd name="connsiteY22" fmla="*/ 5381551 h 6854448"/>
              <a:gd name="connsiteX23" fmla="*/ 3346189 w 5052649"/>
              <a:gd name="connsiteY23" fmla="*/ 4919187 h 6854448"/>
              <a:gd name="connsiteX24" fmla="*/ 3179356 w 5052649"/>
              <a:gd name="connsiteY24" fmla="*/ 4509254 h 6854448"/>
              <a:gd name="connsiteX25" fmla="*/ 2769425 w 5052649"/>
              <a:gd name="connsiteY25" fmla="*/ 4242321 h 6854448"/>
              <a:gd name="connsiteX26" fmla="*/ 2078261 w 5052649"/>
              <a:gd name="connsiteY26" fmla="*/ 4003988 h 6854448"/>
              <a:gd name="connsiteX27" fmla="*/ 1020063 w 5052649"/>
              <a:gd name="connsiteY27" fmla="*/ 3603590 h 6854448"/>
              <a:gd name="connsiteX28" fmla="*/ 314599 w 5052649"/>
              <a:gd name="connsiteY28" fmla="*/ 3012525 h 6854448"/>
              <a:gd name="connsiteX29" fmla="*/ 19066 w 5052649"/>
              <a:gd name="connsiteY29" fmla="*/ 1992460 h 6854448"/>
              <a:gd name="connsiteX30" fmla="*/ 695931 w 5052649"/>
              <a:gd name="connsiteY30" fmla="*/ 529098 h 6854448"/>
              <a:gd name="connsiteX31" fmla="*/ 2459593 w 5052649"/>
              <a:gd name="connsiteY31" fmla="*/ 0 h 68544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5052649" h="6854448">
                <a:moveTo>
                  <a:pt x="2459593" y="0"/>
                </a:moveTo>
                <a:cubicBezTo>
                  <a:pt x="3196834" y="0"/>
                  <a:pt x="3791078" y="176366"/>
                  <a:pt x="4242321" y="529098"/>
                </a:cubicBezTo>
                <a:cubicBezTo>
                  <a:pt x="4693563" y="881830"/>
                  <a:pt x="4935073" y="1372797"/>
                  <a:pt x="4966853" y="2001995"/>
                </a:cubicBezTo>
                <a:lnTo>
                  <a:pt x="3203190" y="2001995"/>
                </a:lnTo>
                <a:cubicBezTo>
                  <a:pt x="3190479" y="1785907"/>
                  <a:pt x="3111035" y="1615896"/>
                  <a:pt x="2964857" y="1491963"/>
                </a:cubicBezTo>
                <a:cubicBezTo>
                  <a:pt x="2818681" y="1368031"/>
                  <a:pt x="2631193" y="1306064"/>
                  <a:pt x="2402393" y="1306064"/>
                </a:cubicBezTo>
                <a:cubicBezTo>
                  <a:pt x="2205371" y="1306064"/>
                  <a:pt x="2046482" y="1358496"/>
                  <a:pt x="1925727" y="1463363"/>
                </a:cubicBezTo>
                <a:cubicBezTo>
                  <a:pt x="1804972" y="1568229"/>
                  <a:pt x="1744594" y="1719173"/>
                  <a:pt x="1744594" y="1916194"/>
                </a:cubicBezTo>
                <a:cubicBezTo>
                  <a:pt x="1744594" y="2132283"/>
                  <a:pt x="1846284" y="2300706"/>
                  <a:pt x="2049661" y="2421461"/>
                </a:cubicBezTo>
                <a:cubicBezTo>
                  <a:pt x="2253037" y="2542215"/>
                  <a:pt x="2570813" y="2672503"/>
                  <a:pt x="3002990" y="2812325"/>
                </a:cubicBezTo>
                <a:cubicBezTo>
                  <a:pt x="3435167" y="2958504"/>
                  <a:pt x="3786311" y="3098324"/>
                  <a:pt x="4056420" y="3231791"/>
                </a:cubicBezTo>
                <a:cubicBezTo>
                  <a:pt x="4326532" y="3365257"/>
                  <a:pt x="4560097" y="3559101"/>
                  <a:pt x="4757117" y="3813323"/>
                </a:cubicBezTo>
                <a:cubicBezTo>
                  <a:pt x="4954139" y="4067544"/>
                  <a:pt x="5052649" y="4394855"/>
                  <a:pt x="5052649" y="4795253"/>
                </a:cubicBezTo>
                <a:cubicBezTo>
                  <a:pt x="5052649" y="5176585"/>
                  <a:pt x="4955729" y="5522963"/>
                  <a:pt x="4761884" y="5834383"/>
                </a:cubicBezTo>
                <a:cubicBezTo>
                  <a:pt x="4568041" y="6145805"/>
                  <a:pt x="4286809" y="6393671"/>
                  <a:pt x="3918187" y="6577982"/>
                </a:cubicBezTo>
                <a:cubicBezTo>
                  <a:pt x="3549566" y="6762292"/>
                  <a:pt x="3114213" y="6854448"/>
                  <a:pt x="2612125" y="6854448"/>
                </a:cubicBezTo>
                <a:cubicBezTo>
                  <a:pt x="2122750" y="6854448"/>
                  <a:pt x="1684217" y="6775003"/>
                  <a:pt x="1296529" y="6616115"/>
                </a:cubicBezTo>
                <a:cubicBezTo>
                  <a:pt x="908841" y="6457227"/>
                  <a:pt x="599008" y="6222071"/>
                  <a:pt x="367031" y="5910649"/>
                </a:cubicBezTo>
                <a:cubicBezTo>
                  <a:pt x="135054" y="5599229"/>
                  <a:pt x="12710" y="5224253"/>
                  <a:pt x="0" y="4785720"/>
                </a:cubicBezTo>
                <a:lnTo>
                  <a:pt x="1735062" y="4785720"/>
                </a:lnTo>
                <a:cubicBezTo>
                  <a:pt x="1760483" y="5033586"/>
                  <a:pt x="1846284" y="5222663"/>
                  <a:pt x="1992460" y="5352953"/>
                </a:cubicBezTo>
                <a:cubicBezTo>
                  <a:pt x="2138638" y="5483241"/>
                  <a:pt x="2329303" y="5548385"/>
                  <a:pt x="2564459" y="5548385"/>
                </a:cubicBezTo>
                <a:cubicBezTo>
                  <a:pt x="2805969" y="5548385"/>
                  <a:pt x="2996636" y="5492774"/>
                  <a:pt x="3136457" y="5381551"/>
                </a:cubicBezTo>
                <a:cubicBezTo>
                  <a:pt x="3276279" y="5270329"/>
                  <a:pt x="3346189" y="5116208"/>
                  <a:pt x="3346189" y="4919187"/>
                </a:cubicBezTo>
                <a:cubicBezTo>
                  <a:pt x="3346189" y="4753943"/>
                  <a:pt x="3290579" y="4617297"/>
                  <a:pt x="3179356" y="4509254"/>
                </a:cubicBezTo>
                <a:cubicBezTo>
                  <a:pt x="3068136" y="4401211"/>
                  <a:pt x="2931491" y="4312233"/>
                  <a:pt x="2769425" y="4242321"/>
                </a:cubicBezTo>
                <a:cubicBezTo>
                  <a:pt x="2607359" y="4172411"/>
                  <a:pt x="2376971" y="4092966"/>
                  <a:pt x="2078261" y="4003988"/>
                </a:cubicBezTo>
                <a:cubicBezTo>
                  <a:pt x="1646084" y="3870523"/>
                  <a:pt x="1293352" y="3737057"/>
                  <a:pt x="1020063" y="3603590"/>
                </a:cubicBezTo>
                <a:cubicBezTo>
                  <a:pt x="746774" y="3470124"/>
                  <a:pt x="511620" y="3273103"/>
                  <a:pt x="314599" y="3012525"/>
                </a:cubicBezTo>
                <a:cubicBezTo>
                  <a:pt x="117576" y="2751948"/>
                  <a:pt x="19066" y="2411928"/>
                  <a:pt x="19066" y="1992460"/>
                </a:cubicBezTo>
                <a:cubicBezTo>
                  <a:pt x="19066" y="1369618"/>
                  <a:pt x="244687" y="881830"/>
                  <a:pt x="695931" y="529098"/>
                </a:cubicBezTo>
                <a:cubicBezTo>
                  <a:pt x="1147174" y="176366"/>
                  <a:pt x="1735062" y="0"/>
                  <a:pt x="2459593" y="0"/>
                </a:cubicBezTo>
                <a:close/>
              </a:path>
            </a:pathLst>
          </a:custGeom>
          <a:gradFill>
            <a:gsLst>
              <a:gs pos="100000">
                <a:srgbClr val="2D1440"/>
              </a:gs>
              <a:gs pos="0">
                <a:srgbClr val="040206">
                  <a:alpha val="85000"/>
                </a:srgbClr>
              </a:gs>
            </a:gsLst>
            <a:lin ang="3600000" scaled="0"/>
          </a:gradFill>
          <a:ln w="127000" cap="rnd">
            <a:gradFill>
              <a:gsLst>
                <a:gs pos="73000">
                  <a:srgbClr val="5D2884"/>
                </a:gs>
                <a:gs pos="33000">
                  <a:srgbClr val="210F2F"/>
                </a:gs>
                <a:gs pos="4000">
                  <a:srgbClr val="FEC26A"/>
                </a:gs>
                <a:gs pos="0">
                  <a:srgbClr val="C39BE1"/>
                </a:gs>
                <a:gs pos="86000">
                  <a:srgbClr val="2F1543"/>
                </a:gs>
                <a:gs pos="0">
                  <a:srgbClr val="2F1543"/>
                </a:gs>
              </a:gsLst>
              <a:lin ang="4800000" scaled="0"/>
            </a:gradFill>
            <a:round/>
          </a:ln>
          <a:effectLst>
            <a:outerShdw blurRad="635000" dist="825500" dir="5400000" sx="75000" sy="75000" algn="t" rotWithShape="0">
              <a:srgbClr val="A339D3">
                <a:alpha val="3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>
              <a:defRPr lang="en-US" sz="2400">
                <a:solidFill>
                  <a:schemeClr val="l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marL="0" lvl="0" algn="ctr" defTabSz="45720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470387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87B88DA-5568-4139-E3D4-DCF499E51546}"/>
              </a:ext>
            </a:extLst>
          </p:cNvPr>
          <p:cNvSpPr/>
          <p:nvPr userDrawn="1"/>
        </p:nvSpPr>
        <p:spPr>
          <a:xfrm>
            <a:off x="16795004" y="9180353"/>
            <a:ext cx="1212882" cy="809888"/>
          </a:xfrm>
          <a:prstGeom prst="roundRect">
            <a:avLst>
              <a:gd name="adj" fmla="val 50000"/>
            </a:avLst>
          </a:prstGeom>
          <a:gradFill>
            <a:gsLst>
              <a:gs pos="100000">
                <a:srgbClr val="2D1440"/>
              </a:gs>
              <a:gs pos="0">
                <a:srgbClr val="040206">
                  <a:alpha val="85000"/>
                </a:srgbClr>
              </a:gs>
            </a:gsLst>
            <a:lin ang="3600000" scaled="0"/>
          </a:gradFill>
          <a:ln w="25400" cap="rnd">
            <a:gradFill>
              <a:gsLst>
                <a:gs pos="73000">
                  <a:srgbClr val="5D2884"/>
                </a:gs>
                <a:gs pos="33000">
                  <a:srgbClr val="210F2F"/>
                </a:gs>
                <a:gs pos="4000">
                  <a:srgbClr val="C39BE1"/>
                </a:gs>
                <a:gs pos="0">
                  <a:srgbClr val="C39BE1"/>
                </a:gs>
                <a:gs pos="86000">
                  <a:srgbClr val="2F1543"/>
                </a:gs>
                <a:gs pos="0">
                  <a:srgbClr val="2F1543"/>
                </a:gs>
              </a:gsLst>
              <a:lin ang="4800000" scaled="0"/>
            </a:gra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C1FA1AF-3780-0D69-CD30-FDBB4EDAC0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3589160" y="9298374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gradFill>
                  <a:gsLst>
                    <a:gs pos="0">
                      <a:srgbClr val="9FFFFF"/>
                    </a:gs>
                    <a:gs pos="50000">
                      <a:srgbClr val="D181FF"/>
                    </a:gs>
                    <a:gs pos="100000">
                      <a:srgbClr val="FEC26A"/>
                    </a:gs>
                  </a:gsLst>
                  <a:lin ang="21000000" scaled="0"/>
                </a:gradFill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fld id="{548DC41A-E892-4CAF-B53C-4BCD571507F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B9C2B95B-A5CA-D0E8-FEA5-D2CB2B28D47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031627" y="2599664"/>
            <a:ext cx="5992934" cy="5087672"/>
          </a:xfrm>
          <a:custGeom>
            <a:avLst/>
            <a:gdLst>
              <a:gd name="connsiteX0" fmla="*/ 0 w 6383210"/>
              <a:gd name="connsiteY0" fmla="*/ 0 h 5418995"/>
              <a:gd name="connsiteX1" fmla="*/ 1164634 w 6383210"/>
              <a:gd name="connsiteY1" fmla="*/ 0 h 5418995"/>
              <a:gd name="connsiteX2" fmla="*/ 1807409 w 6383210"/>
              <a:gd name="connsiteY2" fmla="*/ 3944598 h 5418995"/>
              <a:gd name="connsiteX3" fmla="*/ 2602924 w 6383210"/>
              <a:gd name="connsiteY3" fmla="*/ 0 h 5418995"/>
              <a:gd name="connsiteX4" fmla="*/ 3799377 w 6383210"/>
              <a:gd name="connsiteY4" fmla="*/ 0 h 5418995"/>
              <a:gd name="connsiteX5" fmla="*/ 4563074 w 6383210"/>
              <a:gd name="connsiteY5" fmla="*/ 3944598 h 5418995"/>
              <a:gd name="connsiteX6" fmla="*/ 5212214 w 6383210"/>
              <a:gd name="connsiteY6" fmla="*/ 0 h 5418995"/>
              <a:gd name="connsiteX7" fmla="*/ 6383210 w 6383210"/>
              <a:gd name="connsiteY7" fmla="*/ 0 h 5418995"/>
              <a:gd name="connsiteX8" fmla="*/ 5218577 w 6383210"/>
              <a:gd name="connsiteY8" fmla="*/ 5418995 h 5418995"/>
              <a:gd name="connsiteX9" fmla="*/ 3901203 w 6383210"/>
              <a:gd name="connsiteY9" fmla="*/ 5418995 h 5418995"/>
              <a:gd name="connsiteX10" fmla="*/ 3188424 w 6383210"/>
              <a:gd name="connsiteY10" fmla="*/ 1852649 h 5418995"/>
              <a:gd name="connsiteX11" fmla="*/ 2450186 w 6383210"/>
              <a:gd name="connsiteY11" fmla="*/ 5418995 h 5418995"/>
              <a:gd name="connsiteX12" fmla="*/ 1132813 w 6383210"/>
              <a:gd name="connsiteY12" fmla="*/ 5418995 h 54189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383210" h="5418995">
                <a:moveTo>
                  <a:pt x="0" y="0"/>
                </a:moveTo>
                <a:lnTo>
                  <a:pt x="1164634" y="0"/>
                </a:lnTo>
                <a:lnTo>
                  <a:pt x="1807409" y="3944598"/>
                </a:lnTo>
                <a:lnTo>
                  <a:pt x="2602924" y="0"/>
                </a:lnTo>
                <a:lnTo>
                  <a:pt x="3799377" y="0"/>
                </a:lnTo>
                <a:lnTo>
                  <a:pt x="4563074" y="3944598"/>
                </a:lnTo>
                <a:lnTo>
                  <a:pt x="5212214" y="0"/>
                </a:lnTo>
                <a:lnTo>
                  <a:pt x="6383210" y="0"/>
                </a:lnTo>
                <a:lnTo>
                  <a:pt x="5218577" y="5418995"/>
                </a:lnTo>
                <a:lnTo>
                  <a:pt x="3901203" y="5418995"/>
                </a:lnTo>
                <a:lnTo>
                  <a:pt x="3188424" y="1852649"/>
                </a:lnTo>
                <a:lnTo>
                  <a:pt x="2450186" y="5418995"/>
                </a:lnTo>
                <a:lnTo>
                  <a:pt x="1132813" y="5418995"/>
                </a:lnTo>
                <a:close/>
              </a:path>
            </a:pathLst>
          </a:custGeom>
          <a:gradFill>
            <a:gsLst>
              <a:gs pos="100000">
                <a:srgbClr val="2D1440"/>
              </a:gs>
              <a:gs pos="0">
                <a:srgbClr val="040206">
                  <a:alpha val="85000"/>
                </a:srgbClr>
              </a:gs>
            </a:gsLst>
            <a:lin ang="3600000" scaled="0"/>
          </a:gradFill>
          <a:ln w="127000" cap="rnd">
            <a:gradFill>
              <a:gsLst>
                <a:gs pos="73000">
                  <a:srgbClr val="5D2884"/>
                </a:gs>
                <a:gs pos="33000">
                  <a:srgbClr val="210F2F"/>
                </a:gs>
                <a:gs pos="4000">
                  <a:srgbClr val="9FFFFF"/>
                </a:gs>
                <a:gs pos="0">
                  <a:srgbClr val="C39BE1"/>
                </a:gs>
                <a:gs pos="86000">
                  <a:srgbClr val="2F1543"/>
                </a:gs>
                <a:gs pos="0">
                  <a:srgbClr val="2F1543"/>
                </a:gs>
              </a:gsLst>
              <a:lin ang="4800000" scaled="0"/>
            </a:gradFill>
            <a:round/>
          </a:ln>
          <a:effectLst>
            <a:outerShdw blurRad="635000" dist="825500" dir="5400000" sx="75000" sy="75000" algn="t" rotWithShape="0">
              <a:srgbClr val="A339D3">
                <a:alpha val="3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>
              <a:defRPr lang="en-US" sz="24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marL="0" lvl="0" algn="ctr" defTabSz="45720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029777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87B88DA-5568-4139-E3D4-DCF499E51546}"/>
              </a:ext>
            </a:extLst>
          </p:cNvPr>
          <p:cNvSpPr/>
          <p:nvPr userDrawn="1"/>
        </p:nvSpPr>
        <p:spPr>
          <a:xfrm>
            <a:off x="16795004" y="9180353"/>
            <a:ext cx="1212882" cy="809888"/>
          </a:xfrm>
          <a:prstGeom prst="roundRect">
            <a:avLst>
              <a:gd name="adj" fmla="val 50000"/>
            </a:avLst>
          </a:prstGeom>
          <a:gradFill>
            <a:gsLst>
              <a:gs pos="100000">
                <a:srgbClr val="2D1440"/>
              </a:gs>
              <a:gs pos="0">
                <a:srgbClr val="040206">
                  <a:alpha val="85000"/>
                </a:srgbClr>
              </a:gs>
            </a:gsLst>
            <a:lin ang="3600000" scaled="0"/>
          </a:gradFill>
          <a:ln w="25400" cap="rnd">
            <a:gradFill>
              <a:gsLst>
                <a:gs pos="73000">
                  <a:srgbClr val="5D2884"/>
                </a:gs>
                <a:gs pos="33000">
                  <a:srgbClr val="210F2F"/>
                </a:gs>
                <a:gs pos="4000">
                  <a:srgbClr val="C39BE1"/>
                </a:gs>
                <a:gs pos="0">
                  <a:srgbClr val="C39BE1"/>
                </a:gs>
                <a:gs pos="86000">
                  <a:srgbClr val="2F1543"/>
                </a:gs>
                <a:gs pos="0">
                  <a:srgbClr val="2F1543"/>
                </a:gs>
              </a:gsLst>
              <a:lin ang="4800000" scaled="0"/>
            </a:gra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C1FA1AF-3780-0D69-CD30-FDBB4EDAC0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3589160" y="9298374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gradFill>
                  <a:gsLst>
                    <a:gs pos="0">
                      <a:srgbClr val="9FFFFF"/>
                    </a:gs>
                    <a:gs pos="50000">
                      <a:srgbClr val="D181FF"/>
                    </a:gs>
                    <a:gs pos="100000">
                      <a:srgbClr val="FEC26A"/>
                    </a:gs>
                  </a:gsLst>
                  <a:lin ang="21000000" scaled="0"/>
                </a:gradFill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fld id="{548DC41A-E892-4CAF-B53C-4BCD571507F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Picture Placeholder 27">
            <a:extLst>
              <a:ext uri="{FF2B5EF4-FFF2-40B4-BE49-F238E27FC236}">
                <a16:creationId xmlns:a16="http://schemas.microsoft.com/office/drawing/2014/main" id="{7EF3E151-9887-DC60-326B-FDB42A5BD6C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031628" y="2151195"/>
            <a:ext cx="5992933" cy="5984610"/>
          </a:xfrm>
          <a:custGeom>
            <a:avLst/>
            <a:gdLst>
              <a:gd name="connsiteX0" fmla="*/ 1894626 w 3778758"/>
              <a:gd name="connsiteY0" fmla="*/ 813483 h 3773510"/>
              <a:gd name="connsiteX1" fmla="*/ 1183486 w 3778758"/>
              <a:gd name="connsiteY1" fmla="*/ 1102138 h 3773510"/>
              <a:gd name="connsiteX2" fmla="*/ 918448 w 3778758"/>
              <a:gd name="connsiteY2" fmla="*/ 1884131 h 3773510"/>
              <a:gd name="connsiteX3" fmla="*/ 1183486 w 3778758"/>
              <a:gd name="connsiteY3" fmla="*/ 2663500 h 3773510"/>
              <a:gd name="connsiteX4" fmla="*/ 1894626 w 3778758"/>
              <a:gd name="connsiteY4" fmla="*/ 2954779 h 3773510"/>
              <a:gd name="connsiteX5" fmla="*/ 2600520 w 3778758"/>
              <a:gd name="connsiteY5" fmla="*/ 2660876 h 3773510"/>
              <a:gd name="connsiteX6" fmla="*/ 2865558 w 3778758"/>
              <a:gd name="connsiteY6" fmla="*/ 1884131 h 3773510"/>
              <a:gd name="connsiteX7" fmla="*/ 2600520 w 3778758"/>
              <a:gd name="connsiteY7" fmla="*/ 1104762 h 3773510"/>
              <a:gd name="connsiteX8" fmla="*/ 1894626 w 3778758"/>
              <a:gd name="connsiteY8" fmla="*/ 813483 h 3773510"/>
              <a:gd name="connsiteX9" fmla="*/ 1894626 w 3778758"/>
              <a:gd name="connsiteY9" fmla="*/ 0 h 3773510"/>
              <a:gd name="connsiteX10" fmla="*/ 2847188 w 3778758"/>
              <a:gd name="connsiteY10" fmla="*/ 241421 h 3773510"/>
              <a:gd name="connsiteX11" fmla="*/ 3529464 w 3778758"/>
              <a:gd name="connsiteY11" fmla="*/ 913200 h 3773510"/>
              <a:gd name="connsiteX12" fmla="*/ 3778758 w 3778758"/>
              <a:gd name="connsiteY12" fmla="*/ 1884131 h 3773510"/>
              <a:gd name="connsiteX13" fmla="*/ 3526840 w 3778758"/>
              <a:gd name="connsiteY13" fmla="*/ 2857686 h 3773510"/>
              <a:gd name="connsiteX14" fmla="*/ 2844564 w 3778758"/>
              <a:gd name="connsiteY14" fmla="*/ 3532090 h 3773510"/>
              <a:gd name="connsiteX15" fmla="*/ 1894626 w 3778758"/>
              <a:gd name="connsiteY15" fmla="*/ 3773510 h 3773510"/>
              <a:gd name="connsiteX16" fmla="*/ 942064 w 3778758"/>
              <a:gd name="connsiteY16" fmla="*/ 3532090 h 3773510"/>
              <a:gd name="connsiteX17" fmla="*/ 254540 w 3778758"/>
              <a:gd name="connsiteY17" fmla="*/ 2857686 h 3773510"/>
              <a:gd name="connsiteX18" fmla="*/ 0 w 3778758"/>
              <a:gd name="connsiteY18" fmla="*/ 1884131 h 3773510"/>
              <a:gd name="connsiteX19" fmla="*/ 254540 w 3778758"/>
              <a:gd name="connsiteY19" fmla="*/ 913200 h 3773510"/>
              <a:gd name="connsiteX20" fmla="*/ 942064 w 3778758"/>
              <a:gd name="connsiteY20" fmla="*/ 241421 h 3773510"/>
              <a:gd name="connsiteX21" fmla="*/ 1894626 w 3778758"/>
              <a:gd name="connsiteY21" fmla="*/ 0 h 37735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3778758" h="3773510">
                <a:moveTo>
                  <a:pt x="1894626" y="813483"/>
                </a:moveTo>
                <a:cubicBezTo>
                  <a:pt x="1597224" y="813483"/>
                  <a:pt x="1360178" y="909701"/>
                  <a:pt x="1183486" y="1102138"/>
                </a:cubicBezTo>
                <a:cubicBezTo>
                  <a:pt x="1006794" y="1294575"/>
                  <a:pt x="918448" y="1555239"/>
                  <a:pt x="918448" y="1884131"/>
                </a:cubicBezTo>
                <a:cubicBezTo>
                  <a:pt x="918448" y="2209524"/>
                  <a:pt x="1006794" y="2469314"/>
                  <a:pt x="1183486" y="2663500"/>
                </a:cubicBezTo>
                <a:cubicBezTo>
                  <a:pt x="1360178" y="2857686"/>
                  <a:pt x="1597224" y="2954779"/>
                  <a:pt x="1894626" y="2954779"/>
                </a:cubicBezTo>
                <a:cubicBezTo>
                  <a:pt x="2188530" y="2954779"/>
                  <a:pt x="2423828" y="2856811"/>
                  <a:pt x="2600520" y="2660876"/>
                </a:cubicBezTo>
                <a:cubicBezTo>
                  <a:pt x="2777212" y="2464940"/>
                  <a:pt x="2865558" y="2206025"/>
                  <a:pt x="2865558" y="1884131"/>
                </a:cubicBezTo>
                <a:cubicBezTo>
                  <a:pt x="2865558" y="1558738"/>
                  <a:pt x="2777212" y="1298949"/>
                  <a:pt x="2600520" y="1104762"/>
                </a:cubicBezTo>
                <a:cubicBezTo>
                  <a:pt x="2423828" y="910576"/>
                  <a:pt x="2188530" y="813483"/>
                  <a:pt x="1894626" y="813483"/>
                </a:cubicBezTo>
                <a:close/>
                <a:moveTo>
                  <a:pt x="1894626" y="0"/>
                </a:moveTo>
                <a:cubicBezTo>
                  <a:pt x="2241012" y="0"/>
                  <a:pt x="2558534" y="80474"/>
                  <a:pt x="2847188" y="241421"/>
                </a:cubicBezTo>
                <a:cubicBezTo>
                  <a:pt x="3135844" y="402368"/>
                  <a:pt x="3363268" y="626294"/>
                  <a:pt x="3529464" y="913200"/>
                </a:cubicBezTo>
                <a:cubicBezTo>
                  <a:pt x="3695660" y="1200106"/>
                  <a:pt x="3778758" y="1523750"/>
                  <a:pt x="3778758" y="1884131"/>
                </a:cubicBezTo>
                <a:cubicBezTo>
                  <a:pt x="3778758" y="2244513"/>
                  <a:pt x="3694784" y="2569031"/>
                  <a:pt x="3526840" y="2857686"/>
                </a:cubicBezTo>
                <a:cubicBezTo>
                  <a:pt x="3358894" y="3146341"/>
                  <a:pt x="3131470" y="3371142"/>
                  <a:pt x="2844564" y="3532090"/>
                </a:cubicBezTo>
                <a:cubicBezTo>
                  <a:pt x="2557658" y="3693037"/>
                  <a:pt x="2241012" y="3773510"/>
                  <a:pt x="1894626" y="3773510"/>
                </a:cubicBezTo>
                <a:cubicBezTo>
                  <a:pt x="1548240" y="3773510"/>
                  <a:pt x="1230720" y="3693037"/>
                  <a:pt x="942064" y="3532090"/>
                </a:cubicBezTo>
                <a:cubicBezTo>
                  <a:pt x="653410" y="3371142"/>
                  <a:pt x="424234" y="3146341"/>
                  <a:pt x="254540" y="2857686"/>
                </a:cubicBezTo>
                <a:cubicBezTo>
                  <a:pt x="84846" y="2569031"/>
                  <a:pt x="0" y="2244513"/>
                  <a:pt x="0" y="1884131"/>
                </a:cubicBezTo>
                <a:cubicBezTo>
                  <a:pt x="0" y="1523750"/>
                  <a:pt x="84846" y="1200106"/>
                  <a:pt x="254540" y="913200"/>
                </a:cubicBezTo>
                <a:cubicBezTo>
                  <a:pt x="424234" y="626294"/>
                  <a:pt x="653410" y="402368"/>
                  <a:pt x="942064" y="241421"/>
                </a:cubicBezTo>
                <a:cubicBezTo>
                  <a:pt x="1230720" y="80474"/>
                  <a:pt x="1548240" y="0"/>
                  <a:pt x="1894626" y="0"/>
                </a:cubicBezTo>
                <a:close/>
              </a:path>
            </a:pathLst>
          </a:custGeom>
          <a:gradFill>
            <a:gsLst>
              <a:gs pos="100000">
                <a:srgbClr val="2D1440"/>
              </a:gs>
              <a:gs pos="0">
                <a:srgbClr val="040206">
                  <a:alpha val="85000"/>
                </a:srgbClr>
              </a:gs>
            </a:gsLst>
            <a:lin ang="3600000" scaled="0"/>
          </a:gradFill>
          <a:ln w="127000" cap="rnd">
            <a:gradFill>
              <a:gsLst>
                <a:gs pos="73000">
                  <a:srgbClr val="5D2884"/>
                </a:gs>
                <a:gs pos="33000">
                  <a:srgbClr val="210F2F"/>
                </a:gs>
                <a:gs pos="4000">
                  <a:srgbClr val="92D050"/>
                </a:gs>
                <a:gs pos="0">
                  <a:srgbClr val="C39BE1"/>
                </a:gs>
                <a:gs pos="86000">
                  <a:srgbClr val="2F1543"/>
                </a:gs>
                <a:gs pos="0">
                  <a:srgbClr val="2F1543"/>
                </a:gs>
              </a:gsLst>
              <a:lin ang="4800000" scaled="0"/>
            </a:gradFill>
            <a:round/>
          </a:ln>
          <a:effectLst>
            <a:outerShdw blurRad="635000" dist="825500" dir="5400000" sx="75000" sy="75000" algn="t" rotWithShape="0">
              <a:srgbClr val="A339D3">
                <a:alpha val="3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>
              <a:defRPr lang="en-US" sz="24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marL="0" lvl="0" algn="ctr" defTabSz="45720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10553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87B88DA-5568-4139-E3D4-DCF499E51546}"/>
              </a:ext>
            </a:extLst>
          </p:cNvPr>
          <p:cNvSpPr/>
          <p:nvPr userDrawn="1"/>
        </p:nvSpPr>
        <p:spPr>
          <a:xfrm>
            <a:off x="16795004" y="9180353"/>
            <a:ext cx="1212882" cy="809888"/>
          </a:xfrm>
          <a:prstGeom prst="roundRect">
            <a:avLst>
              <a:gd name="adj" fmla="val 50000"/>
            </a:avLst>
          </a:prstGeom>
          <a:gradFill>
            <a:gsLst>
              <a:gs pos="100000">
                <a:srgbClr val="2D1440"/>
              </a:gs>
              <a:gs pos="0">
                <a:srgbClr val="040206">
                  <a:alpha val="85000"/>
                </a:srgbClr>
              </a:gs>
            </a:gsLst>
            <a:lin ang="3600000" scaled="0"/>
          </a:gradFill>
          <a:ln w="25400" cap="rnd">
            <a:gradFill>
              <a:gsLst>
                <a:gs pos="73000">
                  <a:srgbClr val="5D2884"/>
                </a:gs>
                <a:gs pos="33000">
                  <a:srgbClr val="210F2F"/>
                </a:gs>
                <a:gs pos="4000">
                  <a:srgbClr val="C39BE1"/>
                </a:gs>
                <a:gs pos="0">
                  <a:srgbClr val="C39BE1"/>
                </a:gs>
                <a:gs pos="86000">
                  <a:srgbClr val="2F1543"/>
                </a:gs>
                <a:gs pos="0">
                  <a:srgbClr val="2F1543"/>
                </a:gs>
              </a:gsLst>
              <a:lin ang="4800000" scaled="0"/>
            </a:gra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C1FA1AF-3780-0D69-CD30-FDBB4EDAC0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3589160" y="9298374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gradFill>
                  <a:gsLst>
                    <a:gs pos="0">
                      <a:srgbClr val="9FFFFF"/>
                    </a:gs>
                    <a:gs pos="50000">
                      <a:srgbClr val="D181FF"/>
                    </a:gs>
                    <a:gs pos="100000">
                      <a:srgbClr val="FEC26A"/>
                    </a:gs>
                  </a:gsLst>
                  <a:lin ang="21000000" scaled="0"/>
                </a:gradFill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fld id="{548DC41A-E892-4CAF-B53C-4BCD571507F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Picture Placeholder 31">
            <a:extLst>
              <a:ext uri="{FF2B5EF4-FFF2-40B4-BE49-F238E27FC236}">
                <a16:creationId xmlns:a16="http://schemas.microsoft.com/office/drawing/2014/main" id="{330E3818-0C8B-AFBF-FF1B-4C989B73AFD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1366252" y="1716276"/>
            <a:ext cx="5301946" cy="6854448"/>
          </a:xfrm>
          <a:custGeom>
            <a:avLst/>
            <a:gdLst>
              <a:gd name="connsiteX0" fmla="*/ 0 w 2849814"/>
              <a:gd name="connsiteY0" fmla="*/ 0 h 3684289"/>
              <a:gd name="connsiteX1" fmla="*/ 2849814 w 2849814"/>
              <a:gd name="connsiteY1" fmla="*/ 0 h 3684289"/>
              <a:gd name="connsiteX2" fmla="*/ 2849814 w 2849814"/>
              <a:gd name="connsiteY2" fmla="*/ 719014 h 3684289"/>
              <a:gd name="connsiteX3" fmla="*/ 1873634 w 2849814"/>
              <a:gd name="connsiteY3" fmla="*/ 719014 h 3684289"/>
              <a:gd name="connsiteX4" fmla="*/ 1873634 w 2849814"/>
              <a:gd name="connsiteY4" fmla="*/ 3684289 h 3684289"/>
              <a:gd name="connsiteX5" fmla="*/ 976178 w 2849814"/>
              <a:gd name="connsiteY5" fmla="*/ 3684289 h 3684289"/>
              <a:gd name="connsiteX6" fmla="*/ 976178 w 2849814"/>
              <a:gd name="connsiteY6" fmla="*/ 719014 h 3684289"/>
              <a:gd name="connsiteX7" fmla="*/ 0 w 2849814"/>
              <a:gd name="connsiteY7" fmla="*/ 719014 h 36842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849814" h="3684289">
                <a:moveTo>
                  <a:pt x="0" y="0"/>
                </a:moveTo>
                <a:lnTo>
                  <a:pt x="2849814" y="0"/>
                </a:lnTo>
                <a:lnTo>
                  <a:pt x="2849814" y="719014"/>
                </a:lnTo>
                <a:lnTo>
                  <a:pt x="1873634" y="719014"/>
                </a:lnTo>
                <a:lnTo>
                  <a:pt x="1873634" y="3684289"/>
                </a:lnTo>
                <a:lnTo>
                  <a:pt x="976178" y="3684289"/>
                </a:lnTo>
                <a:lnTo>
                  <a:pt x="976178" y="719014"/>
                </a:lnTo>
                <a:lnTo>
                  <a:pt x="0" y="719014"/>
                </a:lnTo>
                <a:close/>
              </a:path>
            </a:pathLst>
          </a:custGeom>
          <a:gradFill>
            <a:gsLst>
              <a:gs pos="100000">
                <a:srgbClr val="2D1440"/>
              </a:gs>
              <a:gs pos="0">
                <a:srgbClr val="040206">
                  <a:alpha val="85000"/>
                </a:srgbClr>
              </a:gs>
            </a:gsLst>
            <a:lin ang="3600000" scaled="0"/>
          </a:gradFill>
          <a:ln w="127000" cap="rnd">
            <a:gradFill>
              <a:gsLst>
                <a:gs pos="73000">
                  <a:srgbClr val="5D2884"/>
                </a:gs>
                <a:gs pos="33000">
                  <a:srgbClr val="210F2F"/>
                </a:gs>
                <a:gs pos="4000">
                  <a:srgbClr val="D181FF"/>
                </a:gs>
                <a:gs pos="0">
                  <a:srgbClr val="C39BE1"/>
                </a:gs>
                <a:gs pos="86000">
                  <a:srgbClr val="2F1543"/>
                </a:gs>
                <a:gs pos="0">
                  <a:srgbClr val="2F1543"/>
                </a:gs>
              </a:gsLst>
              <a:lin ang="4800000" scaled="0"/>
            </a:gradFill>
            <a:round/>
          </a:ln>
          <a:effectLst>
            <a:outerShdw blurRad="635000" dist="825500" dir="5400000" sx="75000" sy="75000" algn="t" rotWithShape="0">
              <a:srgbClr val="A339D3">
                <a:alpha val="3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>
              <a:defRPr lang="en-US" sz="24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marL="0" lvl="0" algn="ctr" defTabSz="45720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41967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62C847A6-1035-04EF-44F7-AEC6B1A93B0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8288000" cy="10287000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defRPr sz="2400"/>
            </a:lvl1pPr>
          </a:lstStyle>
          <a:p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3443A49-3AFD-FD40-8399-20F3939B0F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3589160" y="9298374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gradFill>
                  <a:gsLst>
                    <a:gs pos="0">
                      <a:srgbClr val="9FFFFF"/>
                    </a:gs>
                    <a:gs pos="50000">
                      <a:srgbClr val="D181FF"/>
                    </a:gs>
                    <a:gs pos="100000">
                      <a:srgbClr val="FEC26A"/>
                    </a:gs>
                  </a:gsLst>
                  <a:lin ang="21000000" scaled="0"/>
                </a:gradFill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fld id="{548DC41A-E892-4CAF-B53C-4BCD571507F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154510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raphic 7">
            <a:extLst>
              <a:ext uri="{FF2B5EF4-FFF2-40B4-BE49-F238E27FC236}">
                <a16:creationId xmlns:a16="http://schemas.microsoft.com/office/drawing/2014/main" id="{861C6FFC-4238-2643-7A6E-4A61C98608AF}"/>
              </a:ext>
            </a:extLst>
          </p:cNvPr>
          <p:cNvSpPr/>
          <p:nvPr userDrawn="1"/>
        </p:nvSpPr>
        <p:spPr>
          <a:xfrm>
            <a:off x="312705" y="6494565"/>
            <a:ext cx="17659349" cy="3495676"/>
          </a:xfrm>
          <a:custGeom>
            <a:avLst/>
            <a:gdLst>
              <a:gd name="connsiteX0" fmla="*/ 17659350 w 17659349"/>
              <a:gd name="connsiteY0" fmla="*/ 354616 h 3495676"/>
              <a:gd name="connsiteX1" fmla="*/ 17659350 w 17659349"/>
              <a:gd name="connsiteY1" fmla="*/ 2033683 h 3495676"/>
              <a:gd name="connsiteX2" fmla="*/ 17299618 w 17659349"/>
              <a:gd name="connsiteY2" fmla="*/ 2390798 h 3495676"/>
              <a:gd name="connsiteX3" fmla="*/ 17296636 w 17659349"/>
              <a:gd name="connsiteY3" fmla="*/ 2390775 h 3495676"/>
              <a:gd name="connsiteX4" fmla="*/ 16892778 w 17659349"/>
              <a:gd name="connsiteY4" fmla="*/ 2390775 h 3495676"/>
              <a:gd name="connsiteX5" fmla="*/ 16164020 w 17659349"/>
              <a:gd name="connsiteY5" fmla="*/ 3115533 h 3495676"/>
              <a:gd name="connsiteX6" fmla="*/ 16164020 w 17659349"/>
              <a:gd name="connsiteY6" fmla="*/ 3130677 h 3495676"/>
              <a:gd name="connsiteX7" fmla="*/ 15816464 w 17659349"/>
              <a:gd name="connsiteY7" fmla="*/ 3495571 h 3495676"/>
              <a:gd name="connsiteX8" fmla="*/ 15806928 w 17659349"/>
              <a:gd name="connsiteY8" fmla="*/ 3495675 h 3495676"/>
              <a:gd name="connsiteX9" fmla="*/ 354616 w 17659349"/>
              <a:gd name="connsiteY9" fmla="*/ 3495675 h 3495676"/>
              <a:gd name="connsiteX10" fmla="*/ 0 w 17659349"/>
              <a:gd name="connsiteY10" fmla="*/ 3141059 h 3495676"/>
              <a:gd name="connsiteX11" fmla="*/ 0 w 17659349"/>
              <a:gd name="connsiteY11" fmla="*/ 354616 h 3495676"/>
              <a:gd name="connsiteX12" fmla="*/ 354616 w 17659349"/>
              <a:gd name="connsiteY12" fmla="*/ 0 h 3495676"/>
              <a:gd name="connsiteX13" fmla="*/ 17304734 w 17659349"/>
              <a:gd name="connsiteY13" fmla="*/ 0 h 3495676"/>
              <a:gd name="connsiteX14" fmla="*/ 17659350 w 17659349"/>
              <a:gd name="connsiteY14" fmla="*/ 354616 h 3495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7659349" h="3495676">
                <a:moveTo>
                  <a:pt x="17659350" y="354616"/>
                </a:moveTo>
                <a:lnTo>
                  <a:pt x="17659350" y="2033683"/>
                </a:lnTo>
                <a:cubicBezTo>
                  <a:pt x="17658628" y="2231635"/>
                  <a:pt x="17497570" y="2391521"/>
                  <a:pt x="17299618" y="2390798"/>
                </a:cubicBezTo>
                <a:cubicBezTo>
                  <a:pt x="17298624" y="2390795"/>
                  <a:pt x="17297630" y="2390787"/>
                  <a:pt x="17296636" y="2390775"/>
                </a:cubicBezTo>
                <a:lnTo>
                  <a:pt x="16892778" y="2390775"/>
                </a:lnTo>
                <a:cubicBezTo>
                  <a:pt x="16494157" y="2390775"/>
                  <a:pt x="16160972" y="2716911"/>
                  <a:pt x="16164020" y="3115533"/>
                </a:cubicBezTo>
                <a:cubicBezTo>
                  <a:pt x="16164020" y="3120581"/>
                  <a:pt x="16164020" y="3125629"/>
                  <a:pt x="16164020" y="3130677"/>
                </a:cubicBezTo>
                <a:cubicBezTo>
                  <a:pt x="16168808" y="3327415"/>
                  <a:pt x="16013201" y="3490783"/>
                  <a:pt x="15816464" y="3495571"/>
                </a:cubicBezTo>
                <a:cubicBezTo>
                  <a:pt x="15813287" y="3495648"/>
                  <a:pt x="15810107" y="3495683"/>
                  <a:pt x="15806928" y="3495675"/>
                </a:cubicBezTo>
                <a:lnTo>
                  <a:pt x="354616" y="3495675"/>
                </a:lnTo>
                <a:cubicBezTo>
                  <a:pt x="158767" y="3495675"/>
                  <a:pt x="0" y="3336908"/>
                  <a:pt x="0" y="3141059"/>
                </a:cubicBezTo>
                <a:lnTo>
                  <a:pt x="0" y="354616"/>
                </a:lnTo>
                <a:cubicBezTo>
                  <a:pt x="0" y="158767"/>
                  <a:pt x="158767" y="0"/>
                  <a:pt x="354616" y="0"/>
                </a:cubicBezTo>
                <a:lnTo>
                  <a:pt x="17304734" y="0"/>
                </a:lnTo>
                <a:cubicBezTo>
                  <a:pt x="17500582" y="0"/>
                  <a:pt x="17659350" y="158767"/>
                  <a:pt x="17659350" y="354616"/>
                </a:cubicBezTo>
                <a:close/>
              </a:path>
            </a:pathLst>
          </a:custGeom>
          <a:gradFill>
            <a:gsLst>
              <a:gs pos="100000">
                <a:srgbClr val="5C2E9A">
                  <a:alpha val="9804"/>
                </a:srgbClr>
              </a:gs>
              <a:gs pos="0">
                <a:srgbClr val="5C2E9A">
                  <a:alpha val="20000"/>
                </a:srgbClr>
              </a:gs>
            </a:gsLst>
            <a:lin ang="3600000" scaled="0"/>
          </a:gradFill>
          <a:ln w="25400" cap="rnd">
            <a:gradFill>
              <a:gsLst>
                <a:gs pos="23000">
                  <a:srgbClr val="36184D"/>
                </a:gs>
                <a:gs pos="35000">
                  <a:srgbClr val="5D2884"/>
                </a:gs>
                <a:gs pos="4000">
                  <a:srgbClr val="C39BE1"/>
                </a:gs>
                <a:gs pos="0">
                  <a:srgbClr val="C39BE1"/>
                </a:gs>
                <a:gs pos="86000">
                  <a:srgbClr val="2F1543"/>
                </a:gs>
              </a:gsLst>
              <a:lin ang="3600000" scaled="0"/>
            </a:gra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00">
              <a:solidFill>
                <a:schemeClr val="lt1"/>
              </a:solidFill>
            </a:endParaRP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125B93FE-5F2B-0AFC-D1AD-BDAF0A728C8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993626" y="761920"/>
            <a:ext cx="9037074" cy="4610180"/>
          </a:xfrm>
          <a:custGeom>
            <a:avLst/>
            <a:gdLst>
              <a:gd name="connsiteX0" fmla="*/ 279469 w 9037074"/>
              <a:gd name="connsiteY0" fmla="*/ 0 h 4610180"/>
              <a:gd name="connsiteX1" fmla="*/ 8757605 w 9037074"/>
              <a:gd name="connsiteY1" fmla="*/ 0 h 4610180"/>
              <a:gd name="connsiteX2" fmla="*/ 9037074 w 9037074"/>
              <a:gd name="connsiteY2" fmla="*/ 279469 h 4610180"/>
              <a:gd name="connsiteX3" fmla="*/ 9037074 w 9037074"/>
              <a:gd name="connsiteY3" fmla="*/ 4330711 h 4610180"/>
              <a:gd name="connsiteX4" fmla="*/ 8757605 w 9037074"/>
              <a:gd name="connsiteY4" fmla="*/ 4610180 h 4610180"/>
              <a:gd name="connsiteX5" fmla="*/ 279469 w 9037074"/>
              <a:gd name="connsiteY5" fmla="*/ 4610180 h 4610180"/>
              <a:gd name="connsiteX6" fmla="*/ 0 w 9037074"/>
              <a:gd name="connsiteY6" fmla="*/ 4330711 h 4610180"/>
              <a:gd name="connsiteX7" fmla="*/ 0 w 9037074"/>
              <a:gd name="connsiteY7" fmla="*/ 279469 h 4610180"/>
              <a:gd name="connsiteX8" fmla="*/ 279469 w 9037074"/>
              <a:gd name="connsiteY8" fmla="*/ 0 h 4610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037074" h="4610180">
                <a:moveTo>
                  <a:pt x="279469" y="0"/>
                </a:moveTo>
                <a:lnTo>
                  <a:pt x="8757605" y="0"/>
                </a:lnTo>
                <a:cubicBezTo>
                  <a:pt x="8911950" y="0"/>
                  <a:pt x="9037074" y="125123"/>
                  <a:pt x="9037074" y="279469"/>
                </a:cubicBezTo>
                <a:lnTo>
                  <a:pt x="9037074" y="4330711"/>
                </a:lnTo>
                <a:cubicBezTo>
                  <a:pt x="9037074" y="4485057"/>
                  <a:pt x="8911950" y="4610180"/>
                  <a:pt x="8757605" y="4610180"/>
                </a:cubicBezTo>
                <a:lnTo>
                  <a:pt x="279469" y="4610180"/>
                </a:lnTo>
                <a:cubicBezTo>
                  <a:pt x="125123" y="4610180"/>
                  <a:pt x="0" y="4485057"/>
                  <a:pt x="0" y="4330711"/>
                </a:cubicBezTo>
                <a:lnTo>
                  <a:pt x="0" y="279469"/>
                </a:lnTo>
                <a:cubicBezTo>
                  <a:pt x="0" y="125123"/>
                  <a:pt x="125123" y="0"/>
                  <a:pt x="279469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2400"/>
            </a:lvl1pPr>
          </a:lstStyle>
          <a:p>
            <a:endParaRPr lang="en-US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C8A9A38C-A8A5-BE26-91DD-26BA78FF0AD6}"/>
              </a:ext>
            </a:extLst>
          </p:cNvPr>
          <p:cNvSpPr/>
          <p:nvPr userDrawn="1"/>
        </p:nvSpPr>
        <p:spPr>
          <a:xfrm>
            <a:off x="16795004" y="9180353"/>
            <a:ext cx="1212882" cy="809888"/>
          </a:xfrm>
          <a:prstGeom prst="roundRect">
            <a:avLst>
              <a:gd name="adj" fmla="val 50000"/>
            </a:avLst>
          </a:prstGeom>
          <a:gradFill>
            <a:gsLst>
              <a:gs pos="100000">
                <a:srgbClr val="2D1440"/>
              </a:gs>
              <a:gs pos="0">
                <a:srgbClr val="040206">
                  <a:alpha val="85000"/>
                </a:srgbClr>
              </a:gs>
            </a:gsLst>
            <a:lin ang="3600000" scaled="0"/>
          </a:gradFill>
          <a:ln w="25400" cap="rnd">
            <a:gradFill>
              <a:gsLst>
                <a:gs pos="73000">
                  <a:srgbClr val="5D2884"/>
                </a:gs>
                <a:gs pos="33000">
                  <a:srgbClr val="210F2F"/>
                </a:gs>
                <a:gs pos="4000">
                  <a:srgbClr val="C39BE1"/>
                </a:gs>
                <a:gs pos="0">
                  <a:srgbClr val="C39BE1"/>
                </a:gs>
                <a:gs pos="86000">
                  <a:srgbClr val="2F1543"/>
                </a:gs>
                <a:gs pos="0">
                  <a:srgbClr val="2F1543"/>
                </a:gs>
              </a:gsLst>
              <a:lin ang="4800000" scaled="0"/>
            </a:gra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DD368A9-6B65-E85D-34E7-55CBB2B464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3589160" y="9298374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gradFill>
                  <a:gsLst>
                    <a:gs pos="0">
                      <a:srgbClr val="9FFFFF"/>
                    </a:gs>
                    <a:gs pos="50000">
                      <a:srgbClr val="D181FF"/>
                    </a:gs>
                    <a:gs pos="100000">
                      <a:srgbClr val="FEC26A"/>
                    </a:gs>
                  </a:gsLst>
                  <a:lin ang="21000000" scaled="0"/>
                </a:gradFill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fld id="{548DC41A-E892-4CAF-B53C-4BCD571507F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925402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364079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36349E7-5730-DE9D-781F-43C7AE2FEFED}"/>
              </a:ext>
            </a:extLst>
          </p:cNvPr>
          <p:cNvSpPr/>
          <p:nvPr userDrawn="1"/>
        </p:nvSpPr>
        <p:spPr>
          <a:xfrm>
            <a:off x="0" y="0"/>
            <a:ext cx="18288000" cy="10287000"/>
          </a:xfrm>
          <a:prstGeom prst="rect">
            <a:avLst/>
          </a:prstGeom>
          <a:gradFill flip="none" rotWithShape="1">
            <a:gsLst>
              <a:gs pos="67000">
                <a:srgbClr val="0A0610"/>
              </a:gs>
              <a:gs pos="0">
                <a:srgbClr val="5D2884"/>
              </a:gs>
              <a:gs pos="31000">
                <a:srgbClr val="040206"/>
              </a:gs>
              <a:gs pos="100000">
                <a:srgbClr val="2C1C42"/>
              </a:gs>
              <a:gs pos="100000">
                <a:srgbClr val="2C1C42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Graphic 13">
            <a:extLst>
              <a:ext uri="{FF2B5EF4-FFF2-40B4-BE49-F238E27FC236}">
                <a16:creationId xmlns:a16="http://schemas.microsoft.com/office/drawing/2014/main" id="{FBE87670-B62C-DDA4-10B2-306EAD779777}"/>
              </a:ext>
            </a:extLst>
          </p:cNvPr>
          <p:cNvSpPr/>
          <p:nvPr userDrawn="1"/>
        </p:nvSpPr>
        <p:spPr>
          <a:xfrm>
            <a:off x="0" y="-11851"/>
            <a:ext cx="18288000" cy="10298851"/>
          </a:xfrm>
          <a:custGeom>
            <a:avLst/>
            <a:gdLst>
              <a:gd name="connsiteX0" fmla="*/ 914201 w 18288000"/>
              <a:gd name="connsiteY0" fmla="*/ 0 h 10298851"/>
              <a:gd name="connsiteX1" fmla="*/ 914201 w 18288000"/>
              <a:gd name="connsiteY1" fmla="*/ 792219 h 10298851"/>
              <a:gd name="connsiteX2" fmla="*/ 914201 w 18288000"/>
              <a:gd name="connsiteY2" fmla="*/ 0 h 10298851"/>
              <a:gd name="connsiteX3" fmla="*/ 0 w 18288000"/>
              <a:gd name="connsiteY3" fmla="*/ 0 h 10298851"/>
              <a:gd name="connsiteX4" fmla="*/ 0 w 18288000"/>
              <a:gd name="connsiteY4" fmla="*/ 792219 h 10298851"/>
              <a:gd name="connsiteX5" fmla="*/ 914201 w 18288000"/>
              <a:gd name="connsiteY5" fmla="*/ 0 h 10298851"/>
              <a:gd name="connsiteX6" fmla="*/ 1828406 w 18288000"/>
              <a:gd name="connsiteY6" fmla="*/ 0 h 10298851"/>
              <a:gd name="connsiteX7" fmla="*/ 914201 w 18288000"/>
              <a:gd name="connsiteY7" fmla="*/ 792219 h 10298851"/>
              <a:gd name="connsiteX8" fmla="*/ 914201 w 18288000"/>
              <a:gd name="connsiteY8" fmla="*/ 1584435 h 10298851"/>
              <a:gd name="connsiteX9" fmla="*/ 914201 w 18288000"/>
              <a:gd name="connsiteY9" fmla="*/ 792219 h 10298851"/>
              <a:gd name="connsiteX10" fmla="*/ 0 w 18288000"/>
              <a:gd name="connsiteY10" fmla="*/ 792219 h 10298851"/>
              <a:gd name="connsiteX11" fmla="*/ 914201 w 18288000"/>
              <a:gd name="connsiteY11" fmla="*/ 792219 h 10298851"/>
              <a:gd name="connsiteX12" fmla="*/ 1828406 w 18288000"/>
              <a:gd name="connsiteY12" fmla="*/ 792220 h 10298851"/>
              <a:gd name="connsiteX13" fmla="*/ 914201 w 18288000"/>
              <a:gd name="connsiteY13" fmla="*/ 1584435 h 10298851"/>
              <a:gd name="connsiteX14" fmla="*/ 914201 w 18288000"/>
              <a:gd name="connsiteY14" fmla="*/ 2376653 h 10298851"/>
              <a:gd name="connsiteX15" fmla="*/ 914201 w 18288000"/>
              <a:gd name="connsiteY15" fmla="*/ 1584435 h 10298851"/>
              <a:gd name="connsiteX16" fmla="*/ 0 w 18288000"/>
              <a:gd name="connsiteY16" fmla="*/ 1584435 h 10298851"/>
              <a:gd name="connsiteX17" fmla="*/ 914201 w 18288000"/>
              <a:gd name="connsiteY17" fmla="*/ 1584435 h 10298851"/>
              <a:gd name="connsiteX18" fmla="*/ 1828406 w 18288000"/>
              <a:gd name="connsiteY18" fmla="*/ 1584435 h 10298851"/>
              <a:gd name="connsiteX19" fmla="*/ 914201 w 18288000"/>
              <a:gd name="connsiteY19" fmla="*/ 2376653 h 10298851"/>
              <a:gd name="connsiteX20" fmla="*/ 914201 w 18288000"/>
              <a:gd name="connsiteY20" fmla="*/ 3168882 h 10298851"/>
              <a:gd name="connsiteX21" fmla="*/ 914201 w 18288000"/>
              <a:gd name="connsiteY21" fmla="*/ 2376653 h 10298851"/>
              <a:gd name="connsiteX22" fmla="*/ 0 w 18288000"/>
              <a:gd name="connsiteY22" fmla="*/ 2376653 h 10298851"/>
              <a:gd name="connsiteX23" fmla="*/ 914201 w 18288000"/>
              <a:gd name="connsiteY23" fmla="*/ 2376653 h 10298851"/>
              <a:gd name="connsiteX24" fmla="*/ 1828394 w 18288000"/>
              <a:gd name="connsiteY24" fmla="*/ 2376653 h 10298851"/>
              <a:gd name="connsiteX25" fmla="*/ 914201 w 18288000"/>
              <a:gd name="connsiteY25" fmla="*/ 3168882 h 10298851"/>
              <a:gd name="connsiteX26" fmla="*/ 914201 w 18288000"/>
              <a:gd name="connsiteY26" fmla="*/ 3961099 h 10298851"/>
              <a:gd name="connsiteX27" fmla="*/ 914201 w 18288000"/>
              <a:gd name="connsiteY27" fmla="*/ 3168882 h 10298851"/>
              <a:gd name="connsiteX28" fmla="*/ 0 w 18288000"/>
              <a:gd name="connsiteY28" fmla="*/ 3168882 h 10298851"/>
              <a:gd name="connsiteX29" fmla="*/ 914201 w 18288000"/>
              <a:gd name="connsiteY29" fmla="*/ 3168882 h 10298851"/>
              <a:gd name="connsiteX30" fmla="*/ 1828394 w 18288000"/>
              <a:gd name="connsiteY30" fmla="*/ 3168882 h 10298851"/>
              <a:gd name="connsiteX31" fmla="*/ 914201 w 18288000"/>
              <a:gd name="connsiteY31" fmla="*/ 3961099 h 10298851"/>
              <a:gd name="connsiteX32" fmla="*/ 914201 w 18288000"/>
              <a:gd name="connsiteY32" fmla="*/ 4753317 h 10298851"/>
              <a:gd name="connsiteX33" fmla="*/ 914201 w 18288000"/>
              <a:gd name="connsiteY33" fmla="*/ 3961099 h 10298851"/>
              <a:gd name="connsiteX34" fmla="*/ 0 w 18288000"/>
              <a:gd name="connsiteY34" fmla="*/ 3961099 h 10298851"/>
              <a:gd name="connsiteX35" fmla="*/ 914201 w 18288000"/>
              <a:gd name="connsiteY35" fmla="*/ 3961099 h 10298851"/>
              <a:gd name="connsiteX36" fmla="*/ 1828394 w 18288000"/>
              <a:gd name="connsiteY36" fmla="*/ 3961099 h 10298851"/>
              <a:gd name="connsiteX37" fmla="*/ 914201 w 18288000"/>
              <a:gd name="connsiteY37" fmla="*/ 4753317 h 10298851"/>
              <a:gd name="connsiteX38" fmla="*/ 914199 w 18288000"/>
              <a:gd name="connsiteY38" fmla="*/ 5545535 h 10298851"/>
              <a:gd name="connsiteX39" fmla="*/ 914201 w 18288000"/>
              <a:gd name="connsiteY39" fmla="*/ 4753317 h 10298851"/>
              <a:gd name="connsiteX40" fmla="*/ 0 w 18288000"/>
              <a:gd name="connsiteY40" fmla="*/ 4753317 h 10298851"/>
              <a:gd name="connsiteX41" fmla="*/ 914201 w 18288000"/>
              <a:gd name="connsiteY41" fmla="*/ 4753317 h 10298851"/>
              <a:gd name="connsiteX42" fmla="*/ 1828394 w 18288000"/>
              <a:gd name="connsiteY42" fmla="*/ 4753317 h 10298851"/>
              <a:gd name="connsiteX43" fmla="*/ 914199 w 18288000"/>
              <a:gd name="connsiteY43" fmla="*/ 5545535 h 10298851"/>
              <a:gd name="connsiteX44" fmla="*/ 914199 w 18288000"/>
              <a:gd name="connsiteY44" fmla="*/ 6337752 h 10298851"/>
              <a:gd name="connsiteX45" fmla="*/ 914199 w 18288000"/>
              <a:gd name="connsiteY45" fmla="*/ 5545535 h 10298851"/>
              <a:gd name="connsiteX46" fmla="*/ 0 w 18288000"/>
              <a:gd name="connsiteY46" fmla="*/ 5545535 h 10298851"/>
              <a:gd name="connsiteX47" fmla="*/ 914199 w 18288000"/>
              <a:gd name="connsiteY47" fmla="*/ 5545535 h 10298851"/>
              <a:gd name="connsiteX48" fmla="*/ 1828394 w 18288000"/>
              <a:gd name="connsiteY48" fmla="*/ 5545535 h 10298851"/>
              <a:gd name="connsiteX49" fmla="*/ 914199 w 18288000"/>
              <a:gd name="connsiteY49" fmla="*/ 6337752 h 10298851"/>
              <a:gd name="connsiteX50" fmla="*/ 914199 w 18288000"/>
              <a:gd name="connsiteY50" fmla="*/ 7129970 h 10298851"/>
              <a:gd name="connsiteX51" fmla="*/ 914199 w 18288000"/>
              <a:gd name="connsiteY51" fmla="*/ 6337752 h 10298851"/>
              <a:gd name="connsiteX52" fmla="*/ 0 w 18288000"/>
              <a:gd name="connsiteY52" fmla="*/ 6337752 h 10298851"/>
              <a:gd name="connsiteX53" fmla="*/ 914199 w 18288000"/>
              <a:gd name="connsiteY53" fmla="*/ 6337752 h 10298851"/>
              <a:gd name="connsiteX54" fmla="*/ 1828394 w 18288000"/>
              <a:gd name="connsiteY54" fmla="*/ 6337752 h 10298851"/>
              <a:gd name="connsiteX55" fmla="*/ 914199 w 18288000"/>
              <a:gd name="connsiteY55" fmla="*/ 7129970 h 10298851"/>
              <a:gd name="connsiteX56" fmla="*/ 914199 w 18288000"/>
              <a:gd name="connsiteY56" fmla="*/ 7922187 h 10298851"/>
              <a:gd name="connsiteX57" fmla="*/ 914199 w 18288000"/>
              <a:gd name="connsiteY57" fmla="*/ 7129970 h 10298851"/>
              <a:gd name="connsiteX58" fmla="*/ 0 w 18288000"/>
              <a:gd name="connsiteY58" fmla="*/ 7129970 h 10298851"/>
              <a:gd name="connsiteX59" fmla="*/ 914199 w 18288000"/>
              <a:gd name="connsiteY59" fmla="*/ 7129970 h 10298851"/>
              <a:gd name="connsiteX60" fmla="*/ 1828394 w 18288000"/>
              <a:gd name="connsiteY60" fmla="*/ 7129970 h 10298851"/>
              <a:gd name="connsiteX61" fmla="*/ 914199 w 18288000"/>
              <a:gd name="connsiteY61" fmla="*/ 7922187 h 10298851"/>
              <a:gd name="connsiteX62" fmla="*/ 914199 w 18288000"/>
              <a:gd name="connsiteY62" fmla="*/ 8714416 h 10298851"/>
              <a:gd name="connsiteX63" fmla="*/ 914199 w 18288000"/>
              <a:gd name="connsiteY63" fmla="*/ 7922187 h 10298851"/>
              <a:gd name="connsiteX64" fmla="*/ 0 w 18288000"/>
              <a:gd name="connsiteY64" fmla="*/ 7922187 h 10298851"/>
              <a:gd name="connsiteX65" fmla="*/ 914199 w 18288000"/>
              <a:gd name="connsiteY65" fmla="*/ 7922187 h 10298851"/>
              <a:gd name="connsiteX66" fmla="*/ 1828394 w 18288000"/>
              <a:gd name="connsiteY66" fmla="*/ 7922187 h 10298851"/>
              <a:gd name="connsiteX67" fmla="*/ 914199 w 18288000"/>
              <a:gd name="connsiteY67" fmla="*/ 8714416 h 10298851"/>
              <a:gd name="connsiteX68" fmla="*/ 914199 w 18288000"/>
              <a:gd name="connsiteY68" fmla="*/ 9506634 h 10298851"/>
              <a:gd name="connsiteX69" fmla="*/ 914199 w 18288000"/>
              <a:gd name="connsiteY69" fmla="*/ 8714416 h 10298851"/>
              <a:gd name="connsiteX70" fmla="*/ 0 w 18288000"/>
              <a:gd name="connsiteY70" fmla="*/ 8714416 h 10298851"/>
              <a:gd name="connsiteX71" fmla="*/ 914199 w 18288000"/>
              <a:gd name="connsiteY71" fmla="*/ 8714416 h 10298851"/>
              <a:gd name="connsiteX72" fmla="*/ 1828394 w 18288000"/>
              <a:gd name="connsiteY72" fmla="*/ 8714416 h 10298851"/>
              <a:gd name="connsiteX73" fmla="*/ 914199 w 18288000"/>
              <a:gd name="connsiteY73" fmla="*/ 9506634 h 10298851"/>
              <a:gd name="connsiteX74" fmla="*/ 914199 w 18288000"/>
              <a:gd name="connsiteY74" fmla="*/ 10298851 h 10298851"/>
              <a:gd name="connsiteX75" fmla="*/ 914199 w 18288000"/>
              <a:gd name="connsiteY75" fmla="*/ 9506634 h 10298851"/>
              <a:gd name="connsiteX76" fmla="*/ 0 w 18288000"/>
              <a:gd name="connsiteY76" fmla="*/ 9506634 h 10298851"/>
              <a:gd name="connsiteX77" fmla="*/ 914199 w 18288000"/>
              <a:gd name="connsiteY77" fmla="*/ 9506634 h 10298851"/>
              <a:gd name="connsiteX78" fmla="*/ 1828394 w 18288000"/>
              <a:gd name="connsiteY78" fmla="*/ 9506634 h 10298851"/>
              <a:gd name="connsiteX79" fmla="*/ 914199 w 18288000"/>
              <a:gd name="connsiteY79" fmla="*/ 10298851 h 10298851"/>
              <a:gd name="connsiteX80" fmla="*/ 0 w 18288000"/>
              <a:gd name="connsiteY80" fmla="*/ 10298851 h 10298851"/>
              <a:gd name="connsiteX81" fmla="*/ 0 w 18288000"/>
              <a:gd name="connsiteY81" fmla="*/ 9506634 h 10298851"/>
              <a:gd name="connsiteX82" fmla="*/ 914199 w 18288000"/>
              <a:gd name="connsiteY82" fmla="*/ 10298851 h 10298851"/>
              <a:gd name="connsiteX83" fmla="*/ 1828394 w 18288000"/>
              <a:gd name="connsiteY83" fmla="*/ 10298851 h 10298851"/>
              <a:gd name="connsiteX84" fmla="*/ 0 w 18288000"/>
              <a:gd name="connsiteY84" fmla="*/ 792219 h 10298851"/>
              <a:gd name="connsiteX85" fmla="*/ 0 w 18288000"/>
              <a:gd name="connsiteY85" fmla="*/ 1584435 h 10298851"/>
              <a:gd name="connsiteX86" fmla="*/ 0 w 18288000"/>
              <a:gd name="connsiteY86" fmla="*/ 1584435 h 10298851"/>
              <a:gd name="connsiteX87" fmla="*/ 0 w 18288000"/>
              <a:gd name="connsiteY87" fmla="*/ 2376653 h 10298851"/>
              <a:gd name="connsiteX88" fmla="*/ 0 w 18288000"/>
              <a:gd name="connsiteY88" fmla="*/ 2376653 h 10298851"/>
              <a:gd name="connsiteX89" fmla="*/ 0 w 18288000"/>
              <a:gd name="connsiteY89" fmla="*/ 3168882 h 10298851"/>
              <a:gd name="connsiteX90" fmla="*/ 0 w 18288000"/>
              <a:gd name="connsiteY90" fmla="*/ 3168882 h 10298851"/>
              <a:gd name="connsiteX91" fmla="*/ 0 w 18288000"/>
              <a:gd name="connsiteY91" fmla="*/ 3961099 h 10298851"/>
              <a:gd name="connsiteX92" fmla="*/ 0 w 18288000"/>
              <a:gd name="connsiteY92" fmla="*/ 3961099 h 10298851"/>
              <a:gd name="connsiteX93" fmla="*/ 0 w 18288000"/>
              <a:gd name="connsiteY93" fmla="*/ 4753317 h 10298851"/>
              <a:gd name="connsiteX94" fmla="*/ 0 w 18288000"/>
              <a:gd name="connsiteY94" fmla="*/ 4753317 h 10298851"/>
              <a:gd name="connsiteX95" fmla="*/ 0 w 18288000"/>
              <a:gd name="connsiteY95" fmla="*/ 5545535 h 10298851"/>
              <a:gd name="connsiteX96" fmla="*/ 0 w 18288000"/>
              <a:gd name="connsiteY96" fmla="*/ 5545535 h 10298851"/>
              <a:gd name="connsiteX97" fmla="*/ 0 w 18288000"/>
              <a:gd name="connsiteY97" fmla="*/ 6337752 h 10298851"/>
              <a:gd name="connsiteX98" fmla="*/ 0 w 18288000"/>
              <a:gd name="connsiteY98" fmla="*/ 6337752 h 10298851"/>
              <a:gd name="connsiteX99" fmla="*/ 0 w 18288000"/>
              <a:gd name="connsiteY99" fmla="*/ 7129970 h 10298851"/>
              <a:gd name="connsiteX100" fmla="*/ 0 w 18288000"/>
              <a:gd name="connsiteY100" fmla="*/ 7129970 h 10298851"/>
              <a:gd name="connsiteX101" fmla="*/ 0 w 18288000"/>
              <a:gd name="connsiteY101" fmla="*/ 7922187 h 10298851"/>
              <a:gd name="connsiteX102" fmla="*/ 0 w 18288000"/>
              <a:gd name="connsiteY102" fmla="*/ 7922187 h 10298851"/>
              <a:gd name="connsiteX103" fmla="*/ 0 w 18288000"/>
              <a:gd name="connsiteY103" fmla="*/ 8714416 h 10298851"/>
              <a:gd name="connsiteX104" fmla="*/ 0 w 18288000"/>
              <a:gd name="connsiteY104" fmla="*/ 8714416 h 10298851"/>
              <a:gd name="connsiteX105" fmla="*/ 0 w 18288000"/>
              <a:gd name="connsiteY105" fmla="*/ 9506634 h 10298851"/>
              <a:gd name="connsiteX106" fmla="*/ 1828406 w 18288000"/>
              <a:gd name="connsiteY106" fmla="*/ 0 h 10298851"/>
              <a:gd name="connsiteX107" fmla="*/ 1828406 w 18288000"/>
              <a:gd name="connsiteY107" fmla="*/ 792220 h 10298851"/>
              <a:gd name="connsiteX108" fmla="*/ 1828406 w 18288000"/>
              <a:gd name="connsiteY108" fmla="*/ 0 h 10298851"/>
              <a:gd name="connsiteX109" fmla="*/ 2742603 w 18288000"/>
              <a:gd name="connsiteY109" fmla="*/ 0 h 10298851"/>
              <a:gd name="connsiteX110" fmla="*/ 1828406 w 18288000"/>
              <a:gd name="connsiteY110" fmla="*/ 792220 h 10298851"/>
              <a:gd name="connsiteX111" fmla="*/ 1828406 w 18288000"/>
              <a:gd name="connsiteY111" fmla="*/ 1584435 h 10298851"/>
              <a:gd name="connsiteX112" fmla="*/ 1828406 w 18288000"/>
              <a:gd name="connsiteY112" fmla="*/ 792220 h 10298851"/>
              <a:gd name="connsiteX113" fmla="*/ 2742603 w 18288000"/>
              <a:gd name="connsiteY113" fmla="*/ 792220 h 10298851"/>
              <a:gd name="connsiteX114" fmla="*/ 1828406 w 18288000"/>
              <a:gd name="connsiteY114" fmla="*/ 1584435 h 10298851"/>
              <a:gd name="connsiteX115" fmla="*/ 1828394 w 18288000"/>
              <a:gd name="connsiteY115" fmla="*/ 2376653 h 10298851"/>
              <a:gd name="connsiteX116" fmla="*/ 1828406 w 18288000"/>
              <a:gd name="connsiteY116" fmla="*/ 1584435 h 10298851"/>
              <a:gd name="connsiteX117" fmla="*/ 2742603 w 18288000"/>
              <a:gd name="connsiteY117" fmla="*/ 1584435 h 10298851"/>
              <a:gd name="connsiteX118" fmla="*/ 1828394 w 18288000"/>
              <a:gd name="connsiteY118" fmla="*/ 2376653 h 10298851"/>
              <a:gd name="connsiteX119" fmla="*/ 1828394 w 18288000"/>
              <a:gd name="connsiteY119" fmla="*/ 3168882 h 10298851"/>
              <a:gd name="connsiteX120" fmla="*/ 1828394 w 18288000"/>
              <a:gd name="connsiteY120" fmla="*/ 2376653 h 10298851"/>
              <a:gd name="connsiteX121" fmla="*/ 2742603 w 18288000"/>
              <a:gd name="connsiteY121" fmla="*/ 2376653 h 10298851"/>
              <a:gd name="connsiteX122" fmla="*/ 1828394 w 18288000"/>
              <a:gd name="connsiteY122" fmla="*/ 3168882 h 10298851"/>
              <a:gd name="connsiteX123" fmla="*/ 1828394 w 18288000"/>
              <a:gd name="connsiteY123" fmla="*/ 3961099 h 10298851"/>
              <a:gd name="connsiteX124" fmla="*/ 1828394 w 18288000"/>
              <a:gd name="connsiteY124" fmla="*/ 3168882 h 10298851"/>
              <a:gd name="connsiteX125" fmla="*/ 2742603 w 18288000"/>
              <a:gd name="connsiteY125" fmla="*/ 3168882 h 10298851"/>
              <a:gd name="connsiteX126" fmla="*/ 1828394 w 18288000"/>
              <a:gd name="connsiteY126" fmla="*/ 3961099 h 10298851"/>
              <a:gd name="connsiteX127" fmla="*/ 1828394 w 18288000"/>
              <a:gd name="connsiteY127" fmla="*/ 4753317 h 10298851"/>
              <a:gd name="connsiteX128" fmla="*/ 1828394 w 18288000"/>
              <a:gd name="connsiteY128" fmla="*/ 3961099 h 10298851"/>
              <a:gd name="connsiteX129" fmla="*/ 2742603 w 18288000"/>
              <a:gd name="connsiteY129" fmla="*/ 3961099 h 10298851"/>
              <a:gd name="connsiteX130" fmla="*/ 1828394 w 18288000"/>
              <a:gd name="connsiteY130" fmla="*/ 4753317 h 10298851"/>
              <a:gd name="connsiteX131" fmla="*/ 1828394 w 18288000"/>
              <a:gd name="connsiteY131" fmla="*/ 5545535 h 10298851"/>
              <a:gd name="connsiteX132" fmla="*/ 1828394 w 18288000"/>
              <a:gd name="connsiteY132" fmla="*/ 4753317 h 10298851"/>
              <a:gd name="connsiteX133" fmla="*/ 2742603 w 18288000"/>
              <a:gd name="connsiteY133" fmla="*/ 4753317 h 10298851"/>
              <a:gd name="connsiteX134" fmla="*/ 1828394 w 18288000"/>
              <a:gd name="connsiteY134" fmla="*/ 5545535 h 10298851"/>
              <a:gd name="connsiteX135" fmla="*/ 1828394 w 18288000"/>
              <a:gd name="connsiteY135" fmla="*/ 6337752 h 10298851"/>
              <a:gd name="connsiteX136" fmla="*/ 1828394 w 18288000"/>
              <a:gd name="connsiteY136" fmla="*/ 5545535 h 10298851"/>
              <a:gd name="connsiteX137" fmla="*/ 2742603 w 18288000"/>
              <a:gd name="connsiteY137" fmla="*/ 5545535 h 10298851"/>
              <a:gd name="connsiteX138" fmla="*/ 1828394 w 18288000"/>
              <a:gd name="connsiteY138" fmla="*/ 6337752 h 10298851"/>
              <a:gd name="connsiteX139" fmla="*/ 1828394 w 18288000"/>
              <a:gd name="connsiteY139" fmla="*/ 7129970 h 10298851"/>
              <a:gd name="connsiteX140" fmla="*/ 1828394 w 18288000"/>
              <a:gd name="connsiteY140" fmla="*/ 6337752 h 10298851"/>
              <a:gd name="connsiteX141" fmla="*/ 2742603 w 18288000"/>
              <a:gd name="connsiteY141" fmla="*/ 6337752 h 10298851"/>
              <a:gd name="connsiteX142" fmla="*/ 1828394 w 18288000"/>
              <a:gd name="connsiteY142" fmla="*/ 7129970 h 10298851"/>
              <a:gd name="connsiteX143" fmla="*/ 1828394 w 18288000"/>
              <a:gd name="connsiteY143" fmla="*/ 7922187 h 10298851"/>
              <a:gd name="connsiteX144" fmla="*/ 1828394 w 18288000"/>
              <a:gd name="connsiteY144" fmla="*/ 7129970 h 10298851"/>
              <a:gd name="connsiteX145" fmla="*/ 2742603 w 18288000"/>
              <a:gd name="connsiteY145" fmla="*/ 7129970 h 10298851"/>
              <a:gd name="connsiteX146" fmla="*/ 1828394 w 18288000"/>
              <a:gd name="connsiteY146" fmla="*/ 7922187 h 10298851"/>
              <a:gd name="connsiteX147" fmla="*/ 1828394 w 18288000"/>
              <a:gd name="connsiteY147" fmla="*/ 8714416 h 10298851"/>
              <a:gd name="connsiteX148" fmla="*/ 1828394 w 18288000"/>
              <a:gd name="connsiteY148" fmla="*/ 7922187 h 10298851"/>
              <a:gd name="connsiteX149" fmla="*/ 2742603 w 18288000"/>
              <a:gd name="connsiteY149" fmla="*/ 7922187 h 10298851"/>
              <a:gd name="connsiteX150" fmla="*/ 1828394 w 18288000"/>
              <a:gd name="connsiteY150" fmla="*/ 8714416 h 10298851"/>
              <a:gd name="connsiteX151" fmla="*/ 1828394 w 18288000"/>
              <a:gd name="connsiteY151" fmla="*/ 9506634 h 10298851"/>
              <a:gd name="connsiteX152" fmla="*/ 1828394 w 18288000"/>
              <a:gd name="connsiteY152" fmla="*/ 8714416 h 10298851"/>
              <a:gd name="connsiteX153" fmla="*/ 2742603 w 18288000"/>
              <a:gd name="connsiteY153" fmla="*/ 8714416 h 10298851"/>
              <a:gd name="connsiteX154" fmla="*/ 1828394 w 18288000"/>
              <a:gd name="connsiteY154" fmla="*/ 9506634 h 10298851"/>
              <a:gd name="connsiteX155" fmla="*/ 1828394 w 18288000"/>
              <a:gd name="connsiteY155" fmla="*/ 10298851 h 10298851"/>
              <a:gd name="connsiteX156" fmla="*/ 1828394 w 18288000"/>
              <a:gd name="connsiteY156" fmla="*/ 9506634 h 10298851"/>
              <a:gd name="connsiteX157" fmla="*/ 2742603 w 18288000"/>
              <a:gd name="connsiteY157" fmla="*/ 9506634 h 10298851"/>
              <a:gd name="connsiteX158" fmla="*/ 1828394 w 18288000"/>
              <a:gd name="connsiteY158" fmla="*/ 10298851 h 10298851"/>
              <a:gd name="connsiteX159" fmla="*/ 2742603 w 18288000"/>
              <a:gd name="connsiteY159" fmla="*/ 10298851 h 10298851"/>
              <a:gd name="connsiteX160" fmla="*/ 2742603 w 18288000"/>
              <a:gd name="connsiteY160" fmla="*/ 0 h 10298851"/>
              <a:gd name="connsiteX161" fmla="*/ 2742603 w 18288000"/>
              <a:gd name="connsiteY161" fmla="*/ 792220 h 10298851"/>
              <a:gd name="connsiteX162" fmla="*/ 2742603 w 18288000"/>
              <a:gd name="connsiteY162" fmla="*/ 0 h 10298851"/>
              <a:gd name="connsiteX163" fmla="*/ 3656800 w 18288000"/>
              <a:gd name="connsiteY163" fmla="*/ 0 h 10298851"/>
              <a:gd name="connsiteX164" fmla="*/ 2742603 w 18288000"/>
              <a:gd name="connsiteY164" fmla="*/ 792220 h 10298851"/>
              <a:gd name="connsiteX165" fmla="*/ 2742603 w 18288000"/>
              <a:gd name="connsiteY165" fmla="*/ 1584435 h 10298851"/>
              <a:gd name="connsiteX166" fmla="*/ 2742603 w 18288000"/>
              <a:gd name="connsiteY166" fmla="*/ 792220 h 10298851"/>
              <a:gd name="connsiteX167" fmla="*/ 3656800 w 18288000"/>
              <a:gd name="connsiteY167" fmla="*/ 792220 h 10298851"/>
              <a:gd name="connsiteX168" fmla="*/ 2742603 w 18288000"/>
              <a:gd name="connsiteY168" fmla="*/ 1584435 h 10298851"/>
              <a:gd name="connsiteX169" fmla="*/ 2742603 w 18288000"/>
              <a:gd name="connsiteY169" fmla="*/ 2376653 h 10298851"/>
              <a:gd name="connsiteX170" fmla="*/ 2742603 w 18288000"/>
              <a:gd name="connsiteY170" fmla="*/ 1584435 h 10298851"/>
              <a:gd name="connsiteX171" fmla="*/ 3656800 w 18288000"/>
              <a:gd name="connsiteY171" fmla="*/ 1584435 h 10298851"/>
              <a:gd name="connsiteX172" fmla="*/ 2742603 w 18288000"/>
              <a:gd name="connsiteY172" fmla="*/ 2376653 h 10298851"/>
              <a:gd name="connsiteX173" fmla="*/ 2742603 w 18288000"/>
              <a:gd name="connsiteY173" fmla="*/ 3168882 h 10298851"/>
              <a:gd name="connsiteX174" fmla="*/ 2742603 w 18288000"/>
              <a:gd name="connsiteY174" fmla="*/ 2376653 h 10298851"/>
              <a:gd name="connsiteX175" fmla="*/ 3656800 w 18288000"/>
              <a:gd name="connsiteY175" fmla="*/ 2376653 h 10298851"/>
              <a:gd name="connsiteX176" fmla="*/ 2742603 w 18288000"/>
              <a:gd name="connsiteY176" fmla="*/ 3168882 h 10298851"/>
              <a:gd name="connsiteX177" fmla="*/ 2742603 w 18288000"/>
              <a:gd name="connsiteY177" fmla="*/ 3961099 h 10298851"/>
              <a:gd name="connsiteX178" fmla="*/ 2742603 w 18288000"/>
              <a:gd name="connsiteY178" fmla="*/ 3168882 h 10298851"/>
              <a:gd name="connsiteX179" fmla="*/ 3656800 w 18288000"/>
              <a:gd name="connsiteY179" fmla="*/ 3168882 h 10298851"/>
              <a:gd name="connsiteX180" fmla="*/ 2742603 w 18288000"/>
              <a:gd name="connsiteY180" fmla="*/ 3961099 h 10298851"/>
              <a:gd name="connsiteX181" fmla="*/ 2742603 w 18288000"/>
              <a:gd name="connsiteY181" fmla="*/ 4753317 h 10298851"/>
              <a:gd name="connsiteX182" fmla="*/ 2742603 w 18288000"/>
              <a:gd name="connsiteY182" fmla="*/ 3961099 h 10298851"/>
              <a:gd name="connsiteX183" fmla="*/ 3656800 w 18288000"/>
              <a:gd name="connsiteY183" fmla="*/ 3961099 h 10298851"/>
              <a:gd name="connsiteX184" fmla="*/ 2742603 w 18288000"/>
              <a:gd name="connsiteY184" fmla="*/ 4753317 h 10298851"/>
              <a:gd name="connsiteX185" fmla="*/ 2742603 w 18288000"/>
              <a:gd name="connsiteY185" fmla="*/ 5545535 h 10298851"/>
              <a:gd name="connsiteX186" fmla="*/ 2742603 w 18288000"/>
              <a:gd name="connsiteY186" fmla="*/ 4753317 h 10298851"/>
              <a:gd name="connsiteX187" fmla="*/ 3656800 w 18288000"/>
              <a:gd name="connsiteY187" fmla="*/ 4753317 h 10298851"/>
              <a:gd name="connsiteX188" fmla="*/ 2742603 w 18288000"/>
              <a:gd name="connsiteY188" fmla="*/ 5545535 h 10298851"/>
              <a:gd name="connsiteX189" fmla="*/ 2742603 w 18288000"/>
              <a:gd name="connsiteY189" fmla="*/ 6337752 h 10298851"/>
              <a:gd name="connsiteX190" fmla="*/ 2742603 w 18288000"/>
              <a:gd name="connsiteY190" fmla="*/ 5545535 h 10298851"/>
              <a:gd name="connsiteX191" fmla="*/ 3656800 w 18288000"/>
              <a:gd name="connsiteY191" fmla="*/ 5545535 h 10298851"/>
              <a:gd name="connsiteX192" fmla="*/ 2742603 w 18288000"/>
              <a:gd name="connsiteY192" fmla="*/ 6337752 h 10298851"/>
              <a:gd name="connsiteX193" fmla="*/ 2742603 w 18288000"/>
              <a:gd name="connsiteY193" fmla="*/ 7129970 h 10298851"/>
              <a:gd name="connsiteX194" fmla="*/ 2742603 w 18288000"/>
              <a:gd name="connsiteY194" fmla="*/ 6337752 h 10298851"/>
              <a:gd name="connsiteX195" fmla="*/ 3656800 w 18288000"/>
              <a:gd name="connsiteY195" fmla="*/ 6337752 h 10298851"/>
              <a:gd name="connsiteX196" fmla="*/ 2742603 w 18288000"/>
              <a:gd name="connsiteY196" fmla="*/ 7129970 h 10298851"/>
              <a:gd name="connsiteX197" fmla="*/ 2742603 w 18288000"/>
              <a:gd name="connsiteY197" fmla="*/ 7922187 h 10298851"/>
              <a:gd name="connsiteX198" fmla="*/ 2742603 w 18288000"/>
              <a:gd name="connsiteY198" fmla="*/ 7129970 h 10298851"/>
              <a:gd name="connsiteX199" fmla="*/ 3656800 w 18288000"/>
              <a:gd name="connsiteY199" fmla="*/ 7129970 h 10298851"/>
              <a:gd name="connsiteX200" fmla="*/ 2742603 w 18288000"/>
              <a:gd name="connsiteY200" fmla="*/ 7922187 h 10298851"/>
              <a:gd name="connsiteX201" fmla="*/ 2742603 w 18288000"/>
              <a:gd name="connsiteY201" fmla="*/ 8714416 h 10298851"/>
              <a:gd name="connsiteX202" fmla="*/ 2742603 w 18288000"/>
              <a:gd name="connsiteY202" fmla="*/ 7922187 h 10298851"/>
              <a:gd name="connsiteX203" fmla="*/ 3656800 w 18288000"/>
              <a:gd name="connsiteY203" fmla="*/ 7922187 h 10298851"/>
              <a:gd name="connsiteX204" fmla="*/ 2742603 w 18288000"/>
              <a:gd name="connsiteY204" fmla="*/ 8714416 h 10298851"/>
              <a:gd name="connsiteX205" fmla="*/ 2742603 w 18288000"/>
              <a:gd name="connsiteY205" fmla="*/ 9506634 h 10298851"/>
              <a:gd name="connsiteX206" fmla="*/ 2742603 w 18288000"/>
              <a:gd name="connsiteY206" fmla="*/ 8714416 h 10298851"/>
              <a:gd name="connsiteX207" fmla="*/ 3656800 w 18288000"/>
              <a:gd name="connsiteY207" fmla="*/ 8714416 h 10298851"/>
              <a:gd name="connsiteX208" fmla="*/ 2742603 w 18288000"/>
              <a:gd name="connsiteY208" fmla="*/ 9506634 h 10298851"/>
              <a:gd name="connsiteX209" fmla="*/ 2742603 w 18288000"/>
              <a:gd name="connsiteY209" fmla="*/ 10298851 h 10298851"/>
              <a:gd name="connsiteX210" fmla="*/ 2742603 w 18288000"/>
              <a:gd name="connsiteY210" fmla="*/ 9506634 h 10298851"/>
              <a:gd name="connsiteX211" fmla="*/ 3656800 w 18288000"/>
              <a:gd name="connsiteY211" fmla="*/ 9506634 h 10298851"/>
              <a:gd name="connsiteX212" fmla="*/ 2742603 w 18288000"/>
              <a:gd name="connsiteY212" fmla="*/ 10298851 h 10298851"/>
              <a:gd name="connsiteX213" fmla="*/ 3656800 w 18288000"/>
              <a:gd name="connsiteY213" fmla="*/ 10298851 h 10298851"/>
              <a:gd name="connsiteX214" fmla="*/ 3656800 w 18288000"/>
              <a:gd name="connsiteY214" fmla="*/ 0 h 10298851"/>
              <a:gd name="connsiteX215" fmla="*/ 3656800 w 18288000"/>
              <a:gd name="connsiteY215" fmla="*/ 792220 h 10298851"/>
              <a:gd name="connsiteX216" fmla="*/ 3656800 w 18288000"/>
              <a:gd name="connsiteY216" fmla="*/ 0 h 10298851"/>
              <a:gd name="connsiteX217" fmla="*/ 4570997 w 18288000"/>
              <a:gd name="connsiteY217" fmla="*/ 0 h 10298851"/>
              <a:gd name="connsiteX218" fmla="*/ 3656800 w 18288000"/>
              <a:gd name="connsiteY218" fmla="*/ 792220 h 10298851"/>
              <a:gd name="connsiteX219" fmla="*/ 3656800 w 18288000"/>
              <a:gd name="connsiteY219" fmla="*/ 1584435 h 10298851"/>
              <a:gd name="connsiteX220" fmla="*/ 3656800 w 18288000"/>
              <a:gd name="connsiteY220" fmla="*/ 792220 h 10298851"/>
              <a:gd name="connsiteX221" fmla="*/ 4570997 w 18288000"/>
              <a:gd name="connsiteY221" fmla="*/ 792220 h 10298851"/>
              <a:gd name="connsiteX222" fmla="*/ 3656800 w 18288000"/>
              <a:gd name="connsiteY222" fmla="*/ 1584435 h 10298851"/>
              <a:gd name="connsiteX223" fmla="*/ 3656800 w 18288000"/>
              <a:gd name="connsiteY223" fmla="*/ 2376653 h 10298851"/>
              <a:gd name="connsiteX224" fmla="*/ 3656800 w 18288000"/>
              <a:gd name="connsiteY224" fmla="*/ 1584435 h 10298851"/>
              <a:gd name="connsiteX225" fmla="*/ 4570997 w 18288000"/>
              <a:gd name="connsiteY225" fmla="*/ 1584435 h 10298851"/>
              <a:gd name="connsiteX226" fmla="*/ 3656800 w 18288000"/>
              <a:gd name="connsiteY226" fmla="*/ 2376653 h 10298851"/>
              <a:gd name="connsiteX227" fmla="*/ 3656800 w 18288000"/>
              <a:gd name="connsiteY227" fmla="*/ 3168882 h 10298851"/>
              <a:gd name="connsiteX228" fmla="*/ 3656800 w 18288000"/>
              <a:gd name="connsiteY228" fmla="*/ 2376653 h 10298851"/>
              <a:gd name="connsiteX229" fmla="*/ 4570997 w 18288000"/>
              <a:gd name="connsiteY229" fmla="*/ 2376653 h 10298851"/>
              <a:gd name="connsiteX230" fmla="*/ 3656800 w 18288000"/>
              <a:gd name="connsiteY230" fmla="*/ 3168882 h 10298851"/>
              <a:gd name="connsiteX231" fmla="*/ 3656800 w 18288000"/>
              <a:gd name="connsiteY231" fmla="*/ 3961099 h 10298851"/>
              <a:gd name="connsiteX232" fmla="*/ 3656800 w 18288000"/>
              <a:gd name="connsiteY232" fmla="*/ 3168882 h 10298851"/>
              <a:gd name="connsiteX233" fmla="*/ 4570997 w 18288000"/>
              <a:gd name="connsiteY233" fmla="*/ 3168882 h 10298851"/>
              <a:gd name="connsiteX234" fmla="*/ 3656800 w 18288000"/>
              <a:gd name="connsiteY234" fmla="*/ 3961099 h 10298851"/>
              <a:gd name="connsiteX235" fmla="*/ 3656800 w 18288000"/>
              <a:gd name="connsiteY235" fmla="*/ 4753317 h 10298851"/>
              <a:gd name="connsiteX236" fmla="*/ 3656800 w 18288000"/>
              <a:gd name="connsiteY236" fmla="*/ 3961099 h 10298851"/>
              <a:gd name="connsiteX237" fmla="*/ 4570997 w 18288000"/>
              <a:gd name="connsiteY237" fmla="*/ 3961099 h 10298851"/>
              <a:gd name="connsiteX238" fmla="*/ 3656800 w 18288000"/>
              <a:gd name="connsiteY238" fmla="*/ 4753317 h 10298851"/>
              <a:gd name="connsiteX239" fmla="*/ 3656800 w 18288000"/>
              <a:gd name="connsiteY239" fmla="*/ 5545535 h 10298851"/>
              <a:gd name="connsiteX240" fmla="*/ 3656800 w 18288000"/>
              <a:gd name="connsiteY240" fmla="*/ 4753317 h 10298851"/>
              <a:gd name="connsiteX241" fmla="*/ 4570997 w 18288000"/>
              <a:gd name="connsiteY241" fmla="*/ 4753317 h 10298851"/>
              <a:gd name="connsiteX242" fmla="*/ 3656800 w 18288000"/>
              <a:gd name="connsiteY242" fmla="*/ 5545535 h 10298851"/>
              <a:gd name="connsiteX243" fmla="*/ 3656800 w 18288000"/>
              <a:gd name="connsiteY243" fmla="*/ 6337752 h 10298851"/>
              <a:gd name="connsiteX244" fmla="*/ 3656800 w 18288000"/>
              <a:gd name="connsiteY244" fmla="*/ 5545535 h 10298851"/>
              <a:gd name="connsiteX245" fmla="*/ 4570997 w 18288000"/>
              <a:gd name="connsiteY245" fmla="*/ 5545535 h 10298851"/>
              <a:gd name="connsiteX246" fmla="*/ 3656800 w 18288000"/>
              <a:gd name="connsiteY246" fmla="*/ 6337752 h 10298851"/>
              <a:gd name="connsiteX247" fmla="*/ 3656800 w 18288000"/>
              <a:gd name="connsiteY247" fmla="*/ 7129970 h 10298851"/>
              <a:gd name="connsiteX248" fmla="*/ 3656800 w 18288000"/>
              <a:gd name="connsiteY248" fmla="*/ 6337752 h 10298851"/>
              <a:gd name="connsiteX249" fmla="*/ 4570997 w 18288000"/>
              <a:gd name="connsiteY249" fmla="*/ 6337752 h 10298851"/>
              <a:gd name="connsiteX250" fmla="*/ 3656800 w 18288000"/>
              <a:gd name="connsiteY250" fmla="*/ 7129970 h 10298851"/>
              <a:gd name="connsiteX251" fmla="*/ 3656800 w 18288000"/>
              <a:gd name="connsiteY251" fmla="*/ 7922187 h 10298851"/>
              <a:gd name="connsiteX252" fmla="*/ 3656800 w 18288000"/>
              <a:gd name="connsiteY252" fmla="*/ 7129970 h 10298851"/>
              <a:gd name="connsiteX253" fmla="*/ 4570997 w 18288000"/>
              <a:gd name="connsiteY253" fmla="*/ 7129970 h 10298851"/>
              <a:gd name="connsiteX254" fmla="*/ 3656800 w 18288000"/>
              <a:gd name="connsiteY254" fmla="*/ 7922187 h 10298851"/>
              <a:gd name="connsiteX255" fmla="*/ 3656800 w 18288000"/>
              <a:gd name="connsiteY255" fmla="*/ 8714416 h 10298851"/>
              <a:gd name="connsiteX256" fmla="*/ 3656800 w 18288000"/>
              <a:gd name="connsiteY256" fmla="*/ 7922187 h 10298851"/>
              <a:gd name="connsiteX257" fmla="*/ 4570997 w 18288000"/>
              <a:gd name="connsiteY257" fmla="*/ 7922187 h 10298851"/>
              <a:gd name="connsiteX258" fmla="*/ 3656800 w 18288000"/>
              <a:gd name="connsiteY258" fmla="*/ 8714416 h 10298851"/>
              <a:gd name="connsiteX259" fmla="*/ 3656800 w 18288000"/>
              <a:gd name="connsiteY259" fmla="*/ 9506634 h 10298851"/>
              <a:gd name="connsiteX260" fmla="*/ 3656800 w 18288000"/>
              <a:gd name="connsiteY260" fmla="*/ 8714416 h 10298851"/>
              <a:gd name="connsiteX261" fmla="*/ 4570997 w 18288000"/>
              <a:gd name="connsiteY261" fmla="*/ 8714416 h 10298851"/>
              <a:gd name="connsiteX262" fmla="*/ 3656800 w 18288000"/>
              <a:gd name="connsiteY262" fmla="*/ 9506634 h 10298851"/>
              <a:gd name="connsiteX263" fmla="*/ 3656800 w 18288000"/>
              <a:gd name="connsiteY263" fmla="*/ 10298851 h 10298851"/>
              <a:gd name="connsiteX264" fmla="*/ 3656800 w 18288000"/>
              <a:gd name="connsiteY264" fmla="*/ 9506634 h 10298851"/>
              <a:gd name="connsiteX265" fmla="*/ 4570997 w 18288000"/>
              <a:gd name="connsiteY265" fmla="*/ 9506634 h 10298851"/>
              <a:gd name="connsiteX266" fmla="*/ 3656800 w 18288000"/>
              <a:gd name="connsiteY266" fmla="*/ 10298851 h 10298851"/>
              <a:gd name="connsiteX267" fmla="*/ 4570997 w 18288000"/>
              <a:gd name="connsiteY267" fmla="*/ 10298851 h 10298851"/>
              <a:gd name="connsiteX268" fmla="*/ 6399403 w 18288000"/>
              <a:gd name="connsiteY268" fmla="*/ 0 h 10298851"/>
              <a:gd name="connsiteX269" fmla="*/ 6399403 w 18288000"/>
              <a:gd name="connsiteY269" fmla="*/ 792220 h 10298851"/>
              <a:gd name="connsiteX270" fmla="*/ 6399403 w 18288000"/>
              <a:gd name="connsiteY270" fmla="*/ 0 h 10298851"/>
              <a:gd name="connsiteX271" fmla="*/ 5485194 w 18288000"/>
              <a:gd name="connsiteY271" fmla="*/ 0 h 10298851"/>
              <a:gd name="connsiteX272" fmla="*/ 6399403 w 18288000"/>
              <a:gd name="connsiteY272" fmla="*/ 0 h 10298851"/>
              <a:gd name="connsiteX273" fmla="*/ 7313600 w 18288000"/>
              <a:gd name="connsiteY273" fmla="*/ 0 h 10298851"/>
              <a:gd name="connsiteX274" fmla="*/ 6399403 w 18288000"/>
              <a:gd name="connsiteY274" fmla="*/ 792220 h 10298851"/>
              <a:gd name="connsiteX275" fmla="*/ 6399403 w 18288000"/>
              <a:gd name="connsiteY275" fmla="*/ 1584435 h 10298851"/>
              <a:gd name="connsiteX276" fmla="*/ 6399403 w 18288000"/>
              <a:gd name="connsiteY276" fmla="*/ 792220 h 10298851"/>
              <a:gd name="connsiteX277" fmla="*/ 5485194 w 18288000"/>
              <a:gd name="connsiteY277" fmla="*/ 792220 h 10298851"/>
              <a:gd name="connsiteX278" fmla="*/ 6399403 w 18288000"/>
              <a:gd name="connsiteY278" fmla="*/ 792220 h 10298851"/>
              <a:gd name="connsiteX279" fmla="*/ 7313600 w 18288000"/>
              <a:gd name="connsiteY279" fmla="*/ 792220 h 10298851"/>
              <a:gd name="connsiteX280" fmla="*/ 6399403 w 18288000"/>
              <a:gd name="connsiteY280" fmla="*/ 1584435 h 10298851"/>
              <a:gd name="connsiteX281" fmla="*/ 6399403 w 18288000"/>
              <a:gd name="connsiteY281" fmla="*/ 2376653 h 10298851"/>
              <a:gd name="connsiteX282" fmla="*/ 6399403 w 18288000"/>
              <a:gd name="connsiteY282" fmla="*/ 1584435 h 10298851"/>
              <a:gd name="connsiteX283" fmla="*/ 5485194 w 18288000"/>
              <a:gd name="connsiteY283" fmla="*/ 1584435 h 10298851"/>
              <a:gd name="connsiteX284" fmla="*/ 6399403 w 18288000"/>
              <a:gd name="connsiteY284" fmla="*/ 1584435 h 10298851"/>
              <a:gd name="connsiteX285" fmla="*/ 7313600 w 18288000"/>
              <a:gd name="connsiteY285" fmla="*/ 1584435 h 10298851"/>
              <a:gd name="connsiteX286" fmla="*/ 6399403 w 18288000"/>
              <a:gd name="connsiteY286" fmla="*/ 2376653 h 10298851"/>
              <a:gd name="connsiteX287" fmla="*/ 6399403 w 18288000"/>
              <a:gd name="connsiteY287" fmla="*/ 3168882 h 10298851"/>
              <a:gd name="connsiteX288" fmla="*/ 6399403 w 18288000"/>
              <a:gd name="connsiteY288" fmla="*/ 2376653 h 10298851"/>
              <a:gd name="connsiteX289" fmla="*/ 5485194 w 18288000"/>
              <a:gd name="connsiteY289" fmla="*/ 2376653 h 10298851"/>
              <a:gd name="connsiteX290" fmla="*/ 6399403 w 18288000"/>
              <a:gd name="connsiteY290" fmla="*/ 2376653 h 10298851"/>
              <a:gd name="connsiteX291" fmla="*/ 7313600 w 18288000"/>
              <a:gd name="connsiteY291" fmla="*/ 2376653 h 10298851"/>
              <a:gd name="connsiteX292" fmla="*/ 6399403 w 18288000"/>
              <a:gd name="connsiteY292" fmla="*/ 3168882 h 10298851"/>
              <a:gd name="connsiteX293" fmla="*/ 6399403 w 18288000"/>
              <a:gd name="connsiteY293" fmla="*/ 3961099 h 10298851"/>
              <a:gd name="connsiteX294" fmla="*/ 6399403 w 18288000"/>
              <a:gd name="connsiteY294" fmla="*/ 3168882 h 10298851"/>
              <a:gd name="connsiteX295" fmla="*/ 5485194 w 18288000"/>
              <a:gd name="connsiteY295" fmla="*/ 3168882 h 10298851"/>
              <a:gd name="connsiteX296" fmla="*/ 6399403 w 18288000"/>
              <a:gd name="connsiteY296" fmla="*/ 3168882 h 10298851"/>
              <a:gd name="connsiteX297" fmla="*/ 7313600 w 18288000"/>
              <a:gd name="connsiteY297" fmla="*/ 3168882 h 10298851"/>
              <a:gd name="connsiteX298" fmla="*/ 6399403 w 18288000"/>
              <a:gd name="connsiteY298" fmla="*/ 3961099 h 10298851"/>
              <a:gd name="connsiteX299" fmla="*/ 6399403 w 18288000"/>
              <a:gd name="connsiteY299" fmla="*/ 4753317 h 10298851"/>
              <a:gd name="connsiteX300" fmla="*/ 6399403 w 18288000"/>
              <a:gd name="connsiteY300" fmla="*/ 3961099 h 10298851"/>
              <a:gd name="connsiteX301" fmla="*/ 5485194 w 18288000"/>
              <a:gd name="connsiteY301" fmla="*/ 3961099 h 10298851"/>
              <a:gd name="connsiteX302" fmla="*/ 6399403 w 18288000"/>
              <a:gd name="connsiteY302" fmla="*/ 3961099 h 10298851"/>
              <a:gd name="connsiteX303" fmla="*/ 7313600 w 18288000"/>
              <a:gd name="connsiteY303" fmla="*/ 3961099 h 10298851"/>
              <a:gd name="connsiteX304" fmla="*/ 6399403 w 18288000"/>
              <a:gd name="connsiteY304" fmla="*/ 4753317 h 10298851"/>
              <a:gd name="connsiteX305" fmla="*/ 6399403 w 18288000"/>
              <a:gd name="connsiteY305" fmla="*/ 5545535 h 10298851"/>
              <a:gd name="connsiteX306" fmla="*/ 6399403 w 18288000"/>
              <a:gd name="connsiteY306" fmla="*/ 4753317 h 10298851"/>
              <a:gd name="connsiteX307" fmla="*/ 5485194 w 18288000"/>
              <a:gd name="connsiteY307" fmla="*/ 4753317 h 10298851"/>
              <a:gd name="connsiteX308" fmla="*/ 6399403 w 18288000"/>
              <a:gd name="connsiteY308" fmla="*/ 4753317 h 10298851"/>
              <a:gd name="connsiteX309" fmla="*/ 7313600 w 18288000"/>
              <a:gd name="connsiteY309" fmla="*/ 4753317 h 10298851"/>
              <a:gd name="connsiteX310" fmla="*/ 6399403 w 18288000"/>
              <a:gd name="connsiteY310" fmla="*/ 5545535 h 10298851"/>
              <a:gd name="connsiteX311" fmla="*/ 6399403 w 18288000"/>
              <a:gd name="connsiteY311" fmla="*/ 6337752 h 10298851"/>
              <a:gd name="connsiteX312" fmla="*/ 6399403 w 18288000"/>
              <a:gd name="connsiteY312" fmla="*/ 5545535 h 10298851"/>
              <a:gd name="connsiteX313" fmla="*/ 5485194 w 18288000"/>
              <a:gd name="connsiteY313" fmla="*/ 5545535 h 10298851"/>
              <a:gd name="connsiteX314" fmla="*/ 6399403 w 18288000"/>
              <a:gd name="connsiteY314" fmla="*/ 5545535 h 10298851"/>
              <a:gd name="connsiteX315" fmla="*/ 7313600 w 18288000"/>
              <a:gd name="connsiteY315" fmla="*/ 5545535 h 10298851"/>
              <a:gd name="connsiteX316" fmla="*/ 6399403 w 18288000"/>
              <a:gd name="connsiteY316" fmla="*/ 6337752 h 10298851"/>
              <a:gd name="connsiteX317" fmla="*/ 6399403 w 18288000"/>
              <a:gd name="connsiteY317" fmla="*/ 7129970 h 10298851"/>
              <a:gd name="connsiteX318" fmla="*/ 6399403 w 18288000"/>
              <a:gd name="connsiteY318" fmla="*/ 6337752 h 10298851"/>
              <a:gd name="connsiteX319" fmla="*/ 5485194 w 18288000"/>
              <a:gd name="connsiteY319" fmla="*/ 6337752 h 10298851"/>
              <a:gd name="connsiteX320" fmla="*/ 6399403 w 18288000"/>
              <a:gd name="connsiteY320" fmla="*/ 6337752 h 10298851"/>
              <a:gd name="connsiteX321" fmla="*/ 7313600 w 18288000"/>
              <a:gd name="connsiteY321" fmla="*/ 6337752 h 10298851"/>
              <a:gd name="connsiteX322" fmla="*/ 6399403 w 18288000"/>
              <a:gd name="connsiteY322" fmla="*/ 7129970 h 10298851"/>
              <a:gd name="connsiteX323" fmla="*/ 6399403 w 18288000"/>
              <a:gd name="connsiteY323" fmla="*/ 7922199 h 10298851"/>
              <a:gd name="connsiteX324" fmla="*/ 6399403 w 18288000"/>
              <a:gd name="connsiteY324" fmla="*/ 7129970 h 10298851"/>
              <a:gd name="connsiteX325" fmla="*/ 5485194 w 18288000"/>
              <a:gd name="connsiteY325" fmla="*/ 7129970 h 10298851"/>
              <a:gd name="connsiteX326" fmla="*/ 6399403 w 18288000"/>
              <a:gd name="connsiteY326" fmla="*/ 7129970 h 10298851"/>
              <a:gd name="connsiteX327" fmla="*/ 7313600 w 18288000"/>
              <a:gd name="connsiteY327" fmla="*/ 7129970 h 10298851"/>
              <a:gd name="connsiteX328" fmla="*/ 6399403 w 18288000"/>
              <a:gd name="connsiteY328" fmla="*/ 7922199 h 10298851"/>
              <a:gd name="connsiteX329" fmla="*/ 6399403 w 18288000"/>
              <a:gd name="connsiteY329" fmla="*/ 8714416 h 10298851"/>
              <a:gd name="connsiteX330" fmla="*/ 6399403 w 18288000"/>
              <a:gd name="connsiteY330" fmla="*/ 7922199 h 10298851"/>
              <a:gd name="connsiteX331" fmla="*/ 5485194 w 18288000"/>
              <a:gd name="connsiteY331" fmla="*/ 7922187 h 10298851"/>
              <a:gd name="connsiteX332" fmla="*/ 6399403 w 18288000"/>
              <a:gd name="connsiteY332" fmla="*/ 7922199 h 10298851"/>
              <a:gd name="connsiteX333" fmla="*/ 7313600 w 18288000"/>
              <a:gd name="connsiteY333" fmla="*/ 7922199 h 10298851"/>
              <a:gd name="connsiteX334" fmla="*/ 6399403 w 18288000"/>
              <a:gd name="connsiteY334" fmla="*/ 8714416 h 10298851"/>
              <a:gd name="connsiteX335" fmla="*/ 6399403 w 18288000"/>
              <a:gd name="connsiteY335" fmla="*/ 9506634 h 10298851"/>
              <a:gd name="connsiteX336" fmla="*/ 6399403 w 18288000"/>
              <a:gd name="connsiteY336" fmla="*/ 8714416 h 10298851"/>
              <a:gd name="connsiteX337" fmla="*/ 5485194 w 18288000"/>
              <a:gd name="connsiteY337" fmla="*/ 8714416 h 10298851"/>
              <a:gd name="connsiteX338" fmla="*/ 6399403 w 18288000"/>
              <a:gd name="connsiteY338" fmla="*/ 8714416 h 10298851"/>
              <a:gd name="connsiteX339" fmla="*/ 7313600 w 18288000"/>
              <a:gd name="connsiteY339" fmla="*/ 8714416 h 10298851"/>
              <a:gd name="connsiteX340" fmla="*/ 6399403 w 18288000"/>
              <a:gd name="connsiteY340" fmla="*/ 9506634 h 10298851"/>
              <a:gd name="connsiteX341" fmla="*/ 6399403 w 18288000"/>
              <a:gd name="connsiteY341" fmla="*/ 10298851 h 10298851"/>
              <a:gd name="connsiteX342" fmla="*/ 6399403 w 18288000"/>
              <a:gd name="connsiteY342" fmla="*/ 9506634 h 10298851"/>
              <a:gd name="connsiteX343" fmla="*/ 5485194 w 18288000"/>
              <a:gd name="connsiteY343" fmla="*/ 9506634 h 10298851"/>
              <a:gd name="connsiteX344" fmla="*/ 6399403 w 18288000"/>
              <a:gd name="connsiteY344" fmla="*/ 9506634 h 10298851"/>
              <a:gd name="connsiteX345" fmla="*/ 7313600 w 18288000"/>
              <a:gd name="connsiteY345" fmla="*/ 9506634 h 10298851"/>
              <a:gd name="connsiteX346" fmla="*/ 6399403 w 18288000"/>
              <a:gd name="connsiteY346" fmla="*/ 10298851 h 10298851"/>
              <a:gd name="connsiteX347" fmla="*/ 5485194 w 18288000"/>
              <a:gd name="connsiteY347" fmla="*/ 10298851 h 10298851"/>
              <a:gd name="connsiteX348" fmla="*/ 6399403 w 18288000"/>
              <a:gd name="connsiteY348" fmla="*/ 10298851 h 10298851"/>
              <a:gd name="connsiteX349" fmla="*/ 7313600 w 18288000"/>
              <a:gd name="connsiteY349" fmla="*/ 10298851 h 10298851"/>
              <a:gd name="connsiteX350" fmla="*/ 9141993 w 18288000"/>
              <a:gd name="connsiteY350" fmla="*/ 0 h 10298851"/>
              <a:gd name="connsiteX351" fmla="*/ 9141993 w 18288000"/>
              <a:gd name="connsiteY351" fmla="*/ 792220 h 10298851"/>
              <a:gd name="connsiteX352" fmla="*/ 9141993 w 18288000"/>
              <a:gd name="connsiteY352" fmla="*/ 0 h 10298851"/>
              <a:gd name="connsiteX353" fmla="*/ 8227796 w 18288000"/>
              <a:gd name="connsiteY353" fmla="*/ 0 h 10298851"/>
              <a:gd name="connsiteX354" fmla="*/ 9141993 w 18288000"/>
              <a:gd name="connsiteY354" fmla="*/ 0 h 10298851"/>
              <a:gd name="connsiteX355" fmla="*/ 10056203 w 18288000"/>
              <a:gd name="connsiteY355" fmla="*/ 0 h 10298851"/>
              <a:gd name="connsiteX356" fmla="*/ 9141993 w 18288000"/>
              <a:gd name="connsiteY356" fmla="*/ 792220 h 10298851"/>
              <a:gd name="connsiteX357" fmla="*/ 9141993 w 18288000"/>
              <a:gd name="connsiteY357" fmla="*/ 1584435 h 10298851"/>
              <a:gd name="connsiteX358" fmla="*/ 9141993 w 18288000"/>
              <a:gd name="connsiteY358" fmla="*/ 792220 h 10298851"/>
              <a:gd name="connsiteX359" fmla="*/ 8227796 w 18288000"/>
              <a:gd name="connsiteY359" fmla="*/ 792220 h 10298851"/>
              <a:gd name="connsiteX360" fmla="*/ 9141993 w 18288000"/>
              <a:gd name="connsiteY360" fmla="*/ 792220 h 10298851"/>
              <a:gd name="connsiteX361" fmla="*/ 10056203 w 18288000"/>
              <a:gd name="connsiteY361" fmla="*/ 792220 h 10298851"/>
              <a:gd name="connsiteX362" fmla="*/ 9141993 w 18288000"/>
              <a:gd name="connsiteY362" fmla="*/ 1584435 h 10298851"/>
              <a:gd name="connsiteX363" fmla="*/ 9141993 w 18288000"/>
              <a:gd name="connsiteY363" fmla="*/ 2376653 h 10298851"/>
              <a:gd name="connsiteX364" fmla="*/ 9141993 w 18288000"/>
              <a:gd name="connsiteY364" fmla="*/ 1584435 h 10298851"/>
              <a:gd name="connsiteX365" fmla="*/ 8227796 w 18288000"/>
              <a:gd name="connsiteY365" fmla="*/ 1584435 h 10298851"/>
              <a:gd name="connsiteX366" fmla="*/ 9141993 w 18288000"/>
              <a:gd name="connsiteY366" fmla="*/ 1584435 h 10298851"/>
              <a:gd name="connsiteX367" fmla="*/ 10056203 w 18288000"/>
              <a:gd name="connsiteY367" fmla="*/ 1584435 h 10298851"/>
              <a:gd name="connsiteX368" fmla="*/ 9141993 w 18288000"/>
              <a:gd name="connsiteY368" fmla="*/ 2376653 h 10298851"/>
              <a:gd name="connsiteX369" fmla="*/ 9141993 w 18288000"/>
              <a:gd name="connsiteY369" fmla="*/ 3168882 h 10298851"/>
              <a:gd name="connsiteX370" fmla="*/ 9141993 w 18288000"/>
              <a:gd name="connsiteY370" fmla="*/ 2376653 h 10298851"/>
              <a:gd name="connsiteX371" fmla="*/ 8227796 w 18288000"/>
              <a:gd name="connsiteY371" fmla="*/ 2376653 h 10298851"/>
              <a:gd name="connsiteX372" fmla="*/ 9141993 w 18288000"/>
              <a:gd name="connsiteY372" fmla="*/ 2376653 h 10298851"/>
              <a:gd name="connsiteX373" fmla="*/ 10056203 w 18288000"/>
              <a:gd name="connsiteY373" fmla="*/ 2376653 h 10298851"/>
              <a:gd name="connsiteX374" fmla="*/ 9141993 w 18288000"/>
              <a:gd name="connsiteY374" fmla="*/ 3168882 h 10298851"/>
              <a:gd name="connsiteX375" fmla="*/ 9141993 w 18288000"/>
              <a:gd name="connsiteY375" fmla="*/ 3961099 h 10298851"/>
              <a:gd name="connsiteX376" fmla="*/ 9141993 w 18288000"/>
              <a:gd name="connsiteY376" fmla="*/ 3168882 h 10298851"/>
              <a:gd name="connsiteX377" fmla="*/ 8227796 w 18288000"/>
              <a:gd name="connsiteY377" fmla="*/ 3168882 h 10298851"/>
              <a:gd name="connsiteX378" fmla="*/ 9141993 w 18288000"/>
              <a:gd name="connsiteY378" fmla="*/ 3168882 h 10298851"/>
              <a:gd name="connsiteX379" fmla="*/ 10056203 w 18288000"/>
              <a:gd name="connsiteY379" fmla="*/ 3168882 h 10298851"/>
              <a:gd name="connsiteX380" fmla="*/ 9141993 w 18288000"/>
              <a:gd name="connsiteY380" fmla="*/ 3961099 h 10298851"/>
              <a:gd name="connsiteX381" fmla="*/ 9141993 w 18288000"/>
              <a:gd name="connsiteY381" fmla="*/ 4753317 h 10298851"/>
              <a:gd name="connsiteX382" fmla="*/ 9141993 w 18288000"/>
              <a:gd name="connsiteY382" fmla="*/ 3961099 h 10298851"/>
              <a:gd name="connsiteX383" fmla="*/ 8227796 w 18288000"/>
              <a:gd name="connsiteY383" fmla="*/ 3961099 h 10298851"/>
              <a:gd name="connsiteX384" fmla="*/ 9141993 w 18288000"/>
              <a:gd name="connsiteY384" fmla="*/ 3961099 h 10298851"/>
              <a:gd name="connsiteX385" fmla="*/ 10056203 w 18288000"/>
              <a:gd name="connsiteY385" fmla="*/ 3961099 h 10298851"/>
              <a:gd name="connsiteX386" fmla="*/ 9141993 w 18288000"/>
              <a:gd name="connsiteY386" fmla="*/ 4753317 h 10298851"/>
              <a:gd name="connsiteX387" fmla="*/ 9141993 w 18288000"/>
              <a:gd name="connsiteY387" fmla="*/ 5545535 h 10298851"/>
              <a:gd name="connsiteX388" fmla="*/ 9141993 w 18288000"/>
              <a:gd name="connsiteY388" fmla="*/ 4753317 h 10298851"/>
              <a:gd name="connsiteX389" fmla="*/ 8227796 w 18288000"/>
              <a:gd name="connsiteY389" fmla="*/ 4753317 h 10298851"/>
              <a:gd name="connsiteX390" fmla="*/ 9141993 w 18288000"/>
              <a:gd name="connsiteY390" fmla="*/ 4753317 h 10298851"/>
              <a:gd name="connsiteX391" fmla="*/ 10056203 w 18288000"/>
              <a:gd name="connsiteY391" fmla="*/ 4753317 h 10298851"/>
              <a:gd name="connsiteX392" fmla="*/ 9141993 w 18288000"/>
              <a:gd name="connsiteY392" fmla="*/ 5545535 h 10298851"/>
              <a:gd name="connsiteX393" fmla="*/ 9141993 w 18288000"/>
              <a:gd name="connsiteY393" fmla="*/ 6337752 h 10298851"/>
              <a:gd name="connsiteX394" fmla="*/ 9141993 w 18288000"/>
              <a:gd name="connsiteY394" fmla="*/ 5545535 h 10298851"/>
              <a:gd name="connsiteX395" fmla="*/ 8227796 w 18288000"/>
              <a:gd name="connsiteY395" fmla="*/ 5545535 h 10298851"/>
              <a:gd name="connsiteX396" fmla="*/ 9141993 w 18288000"/>
              <a:gd name="connsiteY396" fmla="*/ 5545535 h 10298851"/>
              <a:gd name="connsiteX397" fmla="*/ 10056203 w 18288000"/>
              <a:gd name="connsiteY397" fmla="*/ 5545535 h 10298851"/>
              <a:gd name="connsiteX398" fmla="*/ 9141993 w 18288000"/>
              <a:gd name="connsiteY398" fmla="*/ 6337752 h 10298851"/>
              <a:gd name="connsiteX399" fmla="*/ 9141993 w 18288000"/>
              <a:gd name="connsiteY399" fmla="*/ 7129970 h 10298851"/>
              <a:gd name="connsiteX400" fmla="*/ 9141993 w 18288000"/>
              <a:gd name="connsiteY400" fmla="*/ 6337752 h 10298851"/>
              <a:gd name="connsiteX401" fmla="*/ 8227796 w 18288000"/>
              <a:gd name="connsiteY401" fmla="*/ 6337752 h 10298851"/>
              <a:gd name="connsiteX402" fmla="*/ 9141993 w 18288000"/>
              <a:gd name="connsiteY402" fmla="*/ 6337752 h 10298851"/>
              <a:gd name="connsiteX403" fmla="*/ 10056203 w 18288000"/>
              <a:gd name="connsiteY403" fmla="*/ 6337752 h 10298851"/>
              <a:gd name="connsiteX404" fmla="*/ 9141993 w 18288000"/>
              <a:gd name="connsiteY404" fmla="*/ 7129970 h 10298851"/>
              <a:gd name="connsiteX405" fmla="*/ 9141993 w 18288000"/>
              <a:gd name="connsiteY405" fmla="*/ 7922199 h 10298851"/>
              <a:gd name="connsiteX406" fmla="*/ 9141993 w 18288000"/>
              <a:gd name="connsiteY406" fmla="*/ 7129970 h 10298851"/>
              <a:gd name="connsiteX407" fmla="*/ 8227796 w 18288000"/>
              <a:gd name="connsiteY407" fmla="*/ 7129970 h 10298851"/>
              <a:gd name="connsiteX408" fmla="*/ 9141993 w 18288000"/>
              <a:gd name="connsiteY408" fmla="*/ 7129970 h 10298851"/>
              <a:gd name="connsiteX409" fmla="*/ 10056203 w 18288000"/>
              <a:gd name="connsiteY409" fmla="*/ 7129970 h 10298851"/>
              <a:gd name="connsiteX410" fmla="*/ 9141993 w 18288000"/>
              <a:gd name="connsiteY410" fmla="*/ 7922199 h 10298851"/>
              <a:gd name="connsiteX411" fmla="*/ 9141993 w 18288000"/>
              <a:gd name="connsiteY411" fmla="*/ 8714416 h 10298851"/>
              <a:gd name="connsiteX412" fmla="*/ 9141993 w 18288000"/>
              <a:gd name="connsiteY412" fmla="*/ 7922199 h 10298851"/>
              <a:gd name="connsiteX413" fmla="*/ 8227796 w 18288000"/>
              <a:gd name="connsiteY413" fmla="*/ 7922199 h 10298851"/>
              <a:gd name="connsiteX414" fmla="*/ 9141993 w 18288000"/>
              <a:gd name="connsiteY414" fmla="*/ 7922199 h 10298851"/>
              <a:gd name="connsiteX415" fmla="*/ 10056203 w 18288000"/>
              <a:gd name="connsiteY415" fmla="*/ 7922199 h 10298851"/>
              <a:gd name="connsiteX416" fmla="*/ 9141993 w 18288000"/>
              <a:gd name="connsiteY416" fmla="*/ 8714416 h 10298851"/>
              <a:gd name="connsiteX417" fmla="*/ 9141993 w 18288000"/>
              <a:gd name="connsiteY417" fmla="*/ 9506634 h 10298851"/>
              <a:gd name="connsiteX418" fmla="*/ 9141993 w 18288000"/>
              <a:gd name="connsiteY418" fmla="*/ 8714416 h 10298851"/>
              <a:gd name="connsiteX419" fmla="*/ 8227796 w 18288000"/>
              <a:gd name="connsiteY419" fmla="*/ 8714416 h 10298851"/>
              <a:gd name="connsiteX420" fmla="*/ 9141993 w 18288000"/>
              <a:gd name="connsiteY420" fmla="*/ 8714416 h 10298851"/>
              <a:gd name="connsiteX421" fmla="*/ 10056203 w 18288000"/>
              <a:gd name="connsiteY421" fmla="*/ 8714416 h 10298851"/>
              <a:gd name="connsiteX422" fmla="*/ 9141993 w 18288000"/>
              <a:gd name="connsiteY422" fmla="*/ 9506634 h 10298851"/>
              <a:gd name="connsiteX423" fmla="*/ 9141993 w 18288000"/>
              <a:gd name="connsiteY423" fmla="*/ 10298851 h 10298851"/>
              <a:gd name="connsiteX424" fmla="*/ 9141993 w 18288000"/>
              <a:gd name="connsiteY424" fmla="*/ 9506634 h 10298851"/>
              <a:gd name="connsiteX425" fmla="*/ 8227796 w 18288000"/>
              <a:gd name="connsiteY425" fmla="*/ 9506634 h 10298851"/>
              <a:gd name="connsiteX426" fmla="*/ 9141993 w 18288000"/>
              <a:gd name="connsiteY426" fmla="*/ 9506634 h 10298851"/>
              <a:gd name="connsiteX427" fmla="*/ 10056203 w 18288000"/>
              <a:gd name="connsiteY427" fmla="*/ 9506634 h 10298851"/>
              <a:gd name="connsiteX428" fmla="*/ 9141993 w 18288000"/>
              <a:gd name="connsiteY428" fmla="*/ 10298851 h 10298851"/>
              <a:gd name="connsiteX429" fmla="*/ 8227796 w 18288000"/>
              <a:gd name="connsiteY429" fmla="*/ 10298851 h 10298851"/>
              <a:gd name="connsiteX430" fmla="*/ 9141993 w 18288000"/>
              <a:gd name="connsiteY430" fmla="*/ 10298851 h 10298851"/>
              <a:gd name="connsiteX431" fmla="*/ 10056203 w 18288000"/>
              <a:gd name="connsiteY431" fmla="*/ 10298851 h 10298851"/>
              <a:gd name="connsiteX432" fmla="*/ 4570997 w 18288000"/>
              <a:gd name="connsiteY432" fmla="*/ 0 h 10298851"/>
              <a:gd name="connsiteX433" fmla="*/ 4570997 w 18288000"/>
              <a:gd name="connsiteY433" fmla="*/ 792220 h 10298851"/>
              <a:gd name="connsiteX434" fmla="*/ 4570997 w 18288000"/>
              <a:gd name="connsiteY434" fmla="*/ 0 h 10298851"/>
              <a:gd name="connsiteX435" fmla="*/ 5485194 w 18288000"/>
              <a:gd name="connsiteY435" fmla="*/ 0 h 10298851"/>
              <a:gd name="connsiteX436" fmla="*/ 4570997 w 18288000"/>
              <a:gd name="connsiteY436" fmla="*/ 792220 h 10298851"/>
              <a:gd name="connsiteX437" fmla="*/ 4570997 w 18288000"/>
              <a:gd name="connsiteY437" fmla="*/ 1584435 h 10298851"/>
              <a:gd name="connsiteX438" fmla="*/ 4570997 w 18288000"/>
              <a:gd name="connsiteY438" fmla="*/ 792220 h 10298851"/>
              <a:gd name="connsiteX439" fmla="*/ 5485194 w 18288000"/>
              <a:gd name="connsiteY439" fmla="*/ 792220 h 10298851"/>
              <a:gd name="connsiteX440" fmla="*/ 4570997 w 18288000"/>
              <a:gd name="connsiteY440" fmla="*/ 1584435 h 10298851"/>
              <a:gd name="connsiteX441" fmla="*/ 4570997 w 18288000"/>
              <a:gd name="connsiteY441" fmla="*/ 2376653 h 10298851"/>
              <a:gd name="connsiteX442" fmla="*/ 4570997 w 18288000"/>
              <a:gd name="connsiteY442" fmla="*/ 1584435 h 10298851"/>
              <a:gd name="connsiteX443" fmla="*/ 5485194 w 18288000"/>
              <a:gd name="connsiteY443" fmla="*/ 1584435 h 10298851"/>
              <a:gd name="connsiteX444" fmla="*/ 4570997 w 18288000"/>
              <a:gd name="connsiteY444" fmla="*/ 2376653 h 10298851"/>
              <a:gd name="connsiteX445" fmla="*/ 4570997 w 18288000"/>
              <a:gd name="connsiteY445" fmla="*/ 3168882 h 10298851"/>
              <a:gd name="connsiteX446" fmla="*/ 4570997 w 18288000"/>
              <a:gd name="connsiteY446" fmla="*/ 2376653 h 10298851"/>
              <a:gd name="connsiteX447" fmla="*/ 5485194 w 18288000"/>
              <a:gd name="connsiteY447" fmla="*/ 2376653 h 10298851"/>
              <a:gd name="connsiteX448" fmla="*/ 4570997 w 18288000"/>
              <a:gd name="connsiteY448" fmla="*/ 3168882 h 10298851"/>
              <a:gd name="connsiteX449" fmla="*/ 4570997 w 18288000"/>
              <a:gd name="connsiteY449" fmla="*/ 3961099 h 10298851"/>
              <a:gd name="connsiteX450" fmla="*/ 4570997 w 18288000"/>
              <a:gd name="connsiteY450" fmla="*/ 3168882 h 10298851"/>
              <a:gd name="connsiteX451" fmla="*/ 5485194 w 18288000"/>
              <a:gd name="connsiteY451" fmla="*/ 3168882 h 10298851"/>
              <a:gd name="connsiteX452" fmla="*/ 4570997 w 18288000"/>
              <a:gd name="connsiteY452" fmla="*/ 3961099 h 10298851"/>
              <a:gd name="connsiteX453" fmla="*/ 4570997 w 18288000"/>
              <a:gd name="connsiteY453" fmla="*/ 4753317 h 10298851"/>
              <a:gd name="connsiteX454" fmla="*/ 4570997 w 18288000"/>
              <a:gd name="connsiteY454" fmla="*/ 3961099 h 10298851"/>
              <a:gd name="connsiteX455" fmla="*/ 5485194 w 18288000"/>
              <a:gd name="connsiteY455" fmla="*/ 3961099 h 10298851"/>
              <a:gd name="connsiteX456" fmla="*/ 4570997 w 18288000"/>
              <a:gd name="connsiteY456" fmla="*/ 4753317 h 10298851"/>
              <a:gd name="connsiteX457" fmla="*/ 4570997 w 18288000"/>
              <a:gd name="connsiteY457" fmla="*/ 5545535 h 10298851"/>
              <a:gd name="connsiteX458" fmla="*/ 4570997 w 18288000"/>
              <a:gd name="connsiteY458" fmla="*/ 4753317 h 10298851"/>
              <a:gd name="connsiteX459" fmla="*/ 5485194 w 18288000"/>
              <a:gd name="connsiteY459" fmla="*/ 4753317 h 10298851"/>
              <a:gd name="connsiteX460" fmla="*/ 4570997 w 18288000"/>
              <a:gd name="connsiteY460" fmla="*/ 5545535 h 10298851"/>
              <a:gd name="connsiteX461" fmla="*/ 4570997 w 18288000"/>
              <a:gd name="connsiteY461" fmla="*/ 6337752 h 10298851"/>
              <a:gd name="connsiteX462" fmla="*/ 4570997 w 18288000"/>
              <a:gd name="connsiteY462" fmla="*/ 5545535 h 10298851"/>
              <a:gd name="connsiteX463" fmla="*/ 5485194 w 18288000"/>
              <a:gd name="connsiteY463" fmla="*/ 5545535 h 10298851"/>
              <a:gd name="connsiteX464" fmla="*/ 4570997 w 18288000"/>
              <a:gd name="connsiteY464" fmla="*/ 6337752 h 10298851"/>
              <a:gd name="connsiteX465" fmla="*/ 4570997 w 18288000"/>
              <a:gd name="connsiteY465" fmla="*/ 7129970 h 10298851"/>
              <a:gd name="connsiteX466" fmla="*/ 4570997 w 18288000"/>
              <a:gd name="connsiteY466" fmla="*/ 6337752 h 10298851"/>
              <a:gd name="connsiteX467" fmla="*/ 5485194 w 18288000"/>
              <a:gd name="connsiteY467" fmla="*/ 6337752 h 10298851"/>
              <a:gd name="connsiteX468" fmla="*/ 4570997 w 18288000"/>
              <a:gd name="connsiteY468" fmla="*/ 7129970 h 10298851"/>
              <a:gd name="connsiteX469" fmla="*/ 4570997 w 18288000"/>
              <a:gd name="connsiteY469" fmla="*/ 7922187 h 10298851"/>
              <a:gd name="connsiteX470" fmla="*/ 4570997 w 18288000"/>
              <a:gd name="connsiteY470" fmla="*/ 7129970 h 10298851"/>
              <a:gd name="connsiteX471" fmla="*/ 5485194 w 18288000"/>
              <a:gd name="connsiteY471" fmla="*/ 7129970 h 10298851"/>
              <a:gd name="connsiteX472" fmla="*/ 4570997 w 18288000"/>
              <a:gd name="connsiteY472" fmla="*/ 7922187 h 10298851"/>
              <a:gd name="connsiteX473" fmla="*/ 4570997 w 18288000"/>
              <a:gd name="connsiteY473" fmla="*/ 8714416 h 10298851"/>
              <a:gd name="connsiteX474" fmla="*/ 4570997 w 18288000"/>
              <a:gd name="connsiteY474" fmla="*/ 7922187 h 10298851"/>
              <a:gd name="connsiteX475" fmla="*/ 5485194 w 18288000"/>
              <a:gd name="connsiteY475" fmla="*/ 7922187 h 10298851"/>
              <a:gd name="connsiteX476" fmla="*/ 4570997 w 18288000"/>
              <a:gd name="connsiteY476" fmla="*/ 8714416 h 10298851"/>
              <a:gd name="connsiteX477" fmla="*/ 4570997 w 18288000"/>
              <a:gd name="connsiteY477" fmla="*/ 9506634 h 10298851"/>
              <a:gd name="connsiteX478" fmla="*/ 4570997 w 18288000"/>
              <a:gd name="connsiteY478" fmla="*/ 8714416 h 10298851"/>
              <a:gd name="connsiteX479" fmla="*/ 5485194 w 18288000"/>
              <a:gd name="connsiteY479" fmla="*/ 8714416 h 10298851"/>
              <a:gd name="connsiteX480" fmla="*/ 4570997 w 18288000"/>
              <a:gd name="connsiteY480" fmla="*/ 9506634 h 10298851"/>
              <a:gd name="connsiteX481" fmla="*/ 4570997 w 18288000"/>
              <a:gd name="connsiteY481" fmla="*/ 10298851 h 10298851"/>
              <a:gd name="connsiteX482" fmla="*/ 4570997 w 18288000"/>
              <a:gd name="connsiteY482" fmla="*/ 9506634 h 10298851"/>
              <a:gd name="connsiteX483" fmla="*/ 5485194 w 18288000"/>
              <a:gd name="connsiteY483" fmla="*/ 9506634 h 10298851"/>
              <a:gd name="connsiteX484" fmla="*/ 4570997 w 18288000"/>
              <a:gd name="connsiteY484" fmla="*/ 10298851 h 10298851"/>
              <a:gd name="connsiteX485" fmla="*/ 5485194 w 18288000"/>
              <a:gd name="connsiteY485" fmla="*/ 10298851 h 10298851"/>
              <a:gd name="connsiteX486" fmla="*/ 7313600 w 18288000"/>
              <a:gd name="connsiteY486" fmla="*/ 0 h 10298851"/>
              <a:gd name="connsiteX487" fmla="*/ 7313600 w 18288000"/>
              <a:gd name="connsiteY487" fmla="*/ 792220 h 10298851"/>
              <a:gd name="connsiteX488" fmla="*/ 7313600 w 18288000"/>
              <a:gd name="connsiteY488" fmla="*/ 0 h 10298851"/>
              <a:gd name="connsiteX489" fmla="*/ 8227796 w 18288000"/>
              <a:gd name="connsiteY489" fmla="*/ 0 h 10298851"/>
              <a:gd name="connsiteX490" fmla="*/ 7313600 w 18288000"/>
              <a:gd name="connsiteY490" fmla="*/ 792220 h 10298851"/>
              <a:gd name="connsiteX491" fmla="*/ 7313600 w 18288000"/>
              <a:gd name="connsiteY491" fmla="*/ 1584435 h 10298851"/>
              <a:gd name="connsiteX492" fmla="*/ 7313600 w 18288000"/>
              <a:gd name="connsiteY492" fmla="*/ 792220 h 10298851"/>
              <a:gd name="connsiteX493" fmla="*/ 8227796 w 18288000"/>
              <a:gd name="connsiteY493" fmla="*/ 792220 h 10298851"/>
              <a:gd name="connsiteX494" fmla="*/ 7313600 w 18288000"/>
              <a:gd name="connsiteY494" fmla="*/ 1584435 h 10298851"/>
              <a:gd name="connsiteX495" fmla="*/ 7313600 w 18288000"/>
              <a:gd name="connsiteY495" fmla="*/ 2376653 h 10298851"/>
              <a:gd name="connsiteX496" fmla="*/ 7313600 w 18288000"/>
              <a:gd name="connsiteY496" fmla="*/ 1584435 h 10298851"/>
              <a:gd name="connsiteX497" fmla="*/ 8227796 w 18288000"/>
              <a:gd name="connsiteY497" fmla="*/ 1584435 h 10298851"/>
              <a:gd name="connsiteX498" fmla="*/ 7313600 w 18288000"/>
              <a:gd name="connsiteY498" fmla="*/ 2376653 h 10298851"/>
              <a:gd name="connsiteX499" fmla="*/ 7313600 w 18288000"/>
              <a:gd name="connsiteY499" fmla="*/ 3168882 h 10298851"/>
              <a:gd name="connsiteX500" fmla="*/ 7313600 w 18288000"/>
              <a:gd name="connsiteY500" fmla="*/ 2376653 h 10298851"/>
              <a:gd name="connsiteX501" fmla="*/ 8227796 w 18288000"/>
              <a:gd name="connsiteY501" fmla="*/ 2376653 h 10298851"/>
              <a:gd name="connsiteX502" fmla="*/ 7313600 w 18288000"/>
              <a:gd name="connsiteY502" fmla="*/ 3168882 h 10298851"/>
              <a:gd name="connsiteX503" fmla="*/ 7313600 w 18288000"/>
              <a:gd name="connsiteY503" fmla="*/ 3961099 h 10298851"/>
              <a:gd name="connsiteX504" fmla="*/ 7313600 w 18288000"/>
              <a:gd name="connsiteY504" fmla="*/ 3168882 h 10298851"/>
              <a:gd name="connsiteX505" fmla="*/ 8227796 w 18288000"/>
              <a:gd name="connsiteY505" fmla="*/ 3168882 h 10298851"/>
              <a:gd name="connsiteX506" fmla="*/ 7313600 w 18288000"/>
              <a:gd name="connsiteY506" fmla="*/ 3961099 h 10298851"/>
              <a:gd name="connsiteX507" fmla="*/ 7313600 w 18288000"/>
              <a:gd name="connsiteY507" fmla="*/ 4753317 h 10298851"/>
              <a:gd name="connsiteX508" fmla="*/ 7313600 w 18288000"/>
              <a:gd name="connsiteY508" fmla="*/ 3961099 h 10298851"/>
              <a:gd name="connsiteX509" fmla="*/ 8227796 w 18288000"/>
              <a:gd name="connsiteY509" fmla="*/ 3961099 h 10298851"/>
              <a:gd name="connsiteX510" fmla="*/ 7313600 w 18288000"/>
              <a:gd name="connsiteY510" fmla="*/ 4753317 h 10298851"/>
              <a:gd name="connsiteX511" fmla="*/ 7313600 w 18288000"/>
              <a:gd name="connsiteY511" fmla="*/ 5545535 h 10298851"/>
              <a:gd name="connsiteX512" fmla="*/ 7313600 w 18288000"/>
              <a:gd name="connsiteY512" fmla="*/ 4753317 h 10298851"/>
              <a:gd name="connsiteX513" fmla="*/ 8227796 w 18288000"/>
              <a:gd name="connsiteY513" fmla="*/ 4753317 h 10298851"/>
              <a:gd name="connsiteX514" fmla="*/ 7313600 w 18288000"/>
              <a:gd name="connsiteY514" fmla="*/ 5545535 h 10298851"/>
              <a:gd name="connsiteX515" fmla="*/ 7313600 w 18288000"/>
              <a:gd name="connsiteY515" fmla="*/ 6337752 h 10298851"/>
              <a:gd name="connsiteX516" fmla="*/ 7313600 w 18288000"/>
              <a:gd name="connsiteY516" fmla="*/ 5545535 h 10298851"/>
              <a:gd name="connsiteX517" fmla="*/ 8227796 w 18288000"/>
              <a:gd name="connsiteY517" fmla="*/ 5545535 h 10298851"/>
              <a:gd name="connsiteX518" fmla="*/ 7313600 w 18288000"/>
              <a:gd name="connsiteY518" fmla="*/ 6337752 h 10298851"/>
              <a:gd name="connsiteX519" fmla="*/ 7313600 w 18288000"/>
              <a:gd name="connsiteY519" fmla="*/ 7129970 h 10298851"/>
              <a:gd name="connsiteX520" fmla="*/ 7313600 w 18288000"/>
              <a:gd name="connsiteY520" fmla="*/ 6337752 h 10298851"/>
              <a:gd name="connsiteX521" fmla="*/ 8227796 w 18288000"/>
              <a:gd name="connsiteY521" fmla="*/ 6337752 h 10298851"/>
              <a:gd name="connsiteX522" fmla="*/ 7313600 w 18288000"/>
              <a:gd name="connsiteY522" fmla="*/ 7129970 h 10298851"/>
              <a:gd name="connsiteX523" fmla="*/ 7313600 w 18288000"/>
              <a:gd name="connsiteY523" fmla="*/ 7922199 h 10298851"/>
              <a:gd name="connsiteX524" fmla="*/ 7313600 w 18288000"/>
              <a:gd name="connsiteY524" fmla="*/ 7129970 h 10298851"/>
              <a:gd name="connsiteX525" fmla="*/ 8227796 w 18288000"/>
              <a:gd name="connsiteY525" fmla="*/ 7129970 h 10298851"/>
              <a:gd name="connsiteX526" fmla="*/ 7313600 w 18288000"/>
              <a:gd name="connsiteY526" fmla="*/ 7922199 h 10298851"/>
              <a:gd name="connsiteX527" fmla="*/ 7313600 w 18288000"/>
              <a:gd name="connsiteY527" fmla="*/ 8714416 h 10298851"/>
              <a:gd name="connsiteX528" fmla="*/ 7313600 w 18288000"/>
              <a:gd name="connsiteY528" fmla="*/ 7922199 h 10298851"/>
              <a:gd name="connsiteX529" fmla="*/ 8227796 w 18288000"/>
              <a:gd name="connsiteY529" fmla="*/ 7922199 h 10298851"/>
              <a:gd name="connsiteX530" fmla="*/ 7313600 w 18288000"/>
              <a:gd name="connsiteY530" fmla="*/ 8714416 h 10298851"/>
              <a:gd name="connsiteX531" fmla="*/ 7313600 w 18288000"/>
              <a:gd name="connsiteY531" fmla="*/ 9506634 h 10298851"/>
              <a:gd name="connsiteX532" fmla="*/ 7313600 w 18288000"/>
              <a:gd name="connsiteY532" fmla="*/ 8714416 h 10298851"/>
              <a:gd name="connsiteX533" fmla="*/ 8227796 w 18288000"/>
              <a:gd name="connsiteY533" fmla="*/ 8714416 h 10298851"/>
              <a:gd name="connsiteX534" fmla="*/ 7313600 w 18288000"/>
              <a:gd name="connsiteY534" fmla="*/ 9506634 h 10298851"/>
              <a:gd name="connsiteX535" fmla="*/ 7313600 w 18288000"/>
              <a:gd name="connsiteY535" fmla="*/ 10298851 h 10298851"/>
              <a:gd name="connsiteX536" fmla="*/ 7313600 w 18288000"/>
              <a:gd name="connsiteY536" fmla="*/ 9506634 h 10298851"/>
              <a:gd name="connsiteX537" fmla="*/ 8227796 w 18288000"/>
              <a:gd name="connsiteY537" fmla="*/ 9506634 h 10298851"/>
              <a:gd name="connsiteX538" fmla="*/ 7313600 w 18288000"/>
              <a:gd name="connsiteY538" fmla="*/ 10298851 h 10298851"/>
              <a:gd name="connsiteX539" fmla="*/ 8227796 w 18288000"/>
              <a:gd name="connsiteY539" fmla="*/ 10298851 h 10298851"/>
              <a:gd name="connsiteX540" fmla="*/ 10056203 w 18288000"/>
              <a:gd name="connsiteY540" fmla="*/ 0 h 10298851"/>
              <a:gd name="connsiteX541" fmla="*/ 10056203 w 18288000"/>
              <a:gd name="connsiteY541" fmla="*/ 792220 h 10298851"/>
              <a:gd name="connsiteX542" fmla="*/ 10056203 w 18288000"/>
              <a:gd name="connsiteY542" fmla="*/ 0 h 10298851"/>
              <a:gd name="connsiteX543" fmla="*/ 10970399 w 18288000"/>
              <a:gd name="connsiteY543" fmla="*/ 0 h 10298851"/>
              <a:gd name="connsiteX544" fmla="*/ 10056203 w 18288000"/>
              <a:gd name="connsiteY544" fmla="*/ 792220 h 10298851"/>
              <a:gd name="connsiteX545" fmla="*/ 10056203 w 18288000"/>
              <a:gd name="connsiteY545" fmla="*/ 1584435 h 10298851"/>
              <a:gd name="connsiteX546" fmla="*/ 10056203 w 18288000"/>
              <a:gd name="connsiteY546" fmla="*/ 792220 h 10298851"/>
              <a:gd name="connsiteX547" fmla="*/ 10970399 w 18288000"/>
              <a:gd name="connsiteY547" fmla="*/ 792220 h 10298851"/>
              <a:gd name="connsiteX548" fmla="*/ 10056203 w 18288000"/>
              <a:gd name="connsiteY548" fmla="*/ 1584435 h 10298851"/>
              <a:gd name="connsiteX549" fmla="*/ 10056203 w 18288000"/>
              <a:gd name="connsiteY549" fmla="*/ 2376653 h 10298851"/>
              <a:gd name="connsiteX550" fmla="*/ 10056203 w 18288000"/>
              <a:gd name="connsiteY550" fmla="*/ 1584435 h 10298851"/>
              <a:gd name="connsiteX551" fmla="*/ 10970399 w 18288000"/>
              <a:gd name="connsiteY551" fmla="*/ 1584435 h 10298851"/>
              <a:gd name="connsiteX552" fmla="*/ 10056203 w 18288000"/>
              <a:gd name="connsiteY552" fmla="*/ 2376653 h 10298851"/>
              <a:gd name="connsiteX553" fmla="*/ 10056203 w 18288000"/>
              <a:gd name="connsiteY553" fmla="*/ 3168882 h 10298851"/>
              <a:gd name="connsiteX554" fmla="*/ 10056203 w 18288000"/>
              <a:gd name="connsiteY554" fmla="*/ 2376653 h 10298851"/>
              <a:gd name="connsiteX555" fmla="*/ 10970399 w 18288000"/>
              <a:gd name="connsiteY555" fmla="*/ 2376653 h 10298851"/>
              <a:gd name="connsiteX556" fmla="*/ 10056203 w 18288000"/>
              <a:gd name="connsiteY556" fmla="*/ 3168882 h 10298851"/>
              <a:gd name="connsiteX557" fmla="*/ 10056203 w 18288000"/>
              <a:gd name="connsiteY557" fmla="*/ 3961099 h 10298851"/>
              <a:gd name="connsiteX558" fmla="*/ 10056203 w 18288000"/>
              <a:gd name="connsiteY558" fmla="*/ 3168882 h 10298851"/>
              <a:gd name="connsiteX559" fmla="*/ 10970399 w 18288000"/>
              <a:gd name="connsiteY559" fmla="*/ 3168882 h 10298851"/>
              <a:gd name="connsiteX560" fmla="*/ 10056203 w 18288000"/>
              <a:gd name="connsiteY560" fmla="*/ 3961099 h 10298851"/>
              <a:gd name="connsiteX561" fmla="*/ 10056203 w 18288000"/>
              <a:gd name="connsiteY561" fmla="*/ 4753317 h 10298851"/>
              <a:gd name="connsiteX562" fmla="*/ 10056203 w 18288000"/>
              <a:gd name="connsiteY562" fmla="*/ 3961099 h 10298851"/>
              <a:gd name="connsiteX563" fmla="*/ 10970399 w 18288000"/>
              <a:gd name="connsiteY563" fmla="*/ 3961099 h 10298851"/>
              <a:gd name="connsiteX564" fmla="*/ 10056203 w 18288000"/>
              <a:gd name="connsiteY564" fmla="*/ 4753317 h 10298851"/>
              <a:gd name="connsiteX565" fmla="*/ 10056203 w 18288000"/>
              <a:gd name="connsiteY565" fmla="*/ 5545535 h 10298851"/>
              <a:gd name="connsiteX566" fmla="*/ 10056203 w 18288000"/>
              <a:gd name="connsiteY566" fmla="*/ 4753317 h 10298851"/>
              <a:gd name="connsiteX567" fmla="*/ 10970399 w 18288000"/>
              <a:gd name="connsiteY567" fmla="*/ 4753317 h 10298851"/>
              <a:gd name="connsiteX568" fmla="*/ 10056203 w 18288000"/>
              <a:gd name="connsiteY568" fmla="*/ 5545535 h 10298851"/>
              <a:gd name="connsiteX569" fmla="*/ 10056203 w 18288000"/>
              <a:gd name="connsiteY569" fmla="*/ 6337752 h 10298851"/>
              <a:gd name="connsiteX570" fmla="*/ 10056203 w 18288000"/>
              <a:gd name="connsiteY570" fmla="*/ 5545535 h 10298851"/>
              <a:gd name="connsiteX571" fmla="*/ 10970399 w 18288000"/>
              <a:gd name="connsiteY571" fmla="*/ 5545535 h 10298851"/>
              <a:gd name="connsiteX572" fmla="*/ 10056203 w 18288000"/>
              <a:gd name="connsiteY572" fmla="*/ 6337752 h 10298851"/>
              <a:gd name="connsiteX573" fmla="*/ 10056203 w 18288000"/>
              <a:gd name="connsiteY573" fmla="*/ 7129970 h 10298851"/>
              <a:gd name="connsiteX574" fmla="*/ 10056203 w 18288000"/>
              <a:gd name="connsiteY574" fmla="*/ 6337752 h 10298851"/>
              <a:gd name="connsiteX575" fmla="*/ 10970399 w 18288000"/>
              <a:gd name="connsiteY575" fmla="*/ 6337752 h 10298851"/>
              <a:gd name="connsiteX576" fmla="*/ 10056203 w 18288000"/>
              <a:gd name="connsiteY576" fmla="*/ 7129970 h 10298851"/>
              <a:gd name="connsiteX577" fmla="*/ 10056203 w 18288000"/>
              <a:gd name="connsiteY577" fmla="*/ 7922199 h 10298851"/>
              <a:gd name="connsiteX578" fmla="*/ 10056203 w 18288000"/>
              <a:gd name="connsiteY578" fmla="*/ 7129970 h 10298851"/>
              <a:gd name="connsiteX579" fmla="*/ 10970399 w 18288000"/>
              <a:gd name="connsiteY579" fmla="*/ 7129970 h 10298851"/>
              <a:gd name="connsiteX580" fmla="*/ 10056203 w 18288000"/>
              <a:gd name="connsiteY580" fmla="*/ 7922199 h 10298851"/>
              <a:gd name="connsiteX581" fmla="*/ 10056203 w 18288000"/>
              <a:gd name="connsiteY581" fmla="*/ 8714416 h 10298851"/>
              <a:gd name="connsiteX582" fmla="*/ 10056203 w 18288000"/>
              <a:gd name="connsiteY582" fmla="*/ 7922199 h 10298851"/>
              <a:gd name="connsiteX583" fmla="*/ 10970399 w 18288000"/>
              <a:gd name="connsiteY583" fmla="*/ 7922199 h 10298851"/>
              <a:gd name="connsiteX584" fmla="*/ 10056203 w 18288000"/>
              <a:gd name="connsiteY584" fmla="*/ 8714416 h 10298851"/>
              <a:gd name="connsiteX585" fmla="*/ 10056203 w 18288000"/>
              <a:gd name="connsiteY585" fmla="*/ 9506634 h 10298851"/>
              <a:gd name="connsiteX586" fmla="*/ 10056203 w 18288000"/>
              <a:gd name="connsiteY586" fmla="*/ 8714416 h 10298851"/>
              <a:gd name="connsiteX587" fmla="*/ 10970399 w 18288000"/>
              <a:gd name="connsiteY587" fmla="*/ 8714416 h 10298851"/>
              <a:gd name="connsiteX588" fmla="*/ 10056203 w 18288000"/>
              <a:gd name="connsiteY588" fmla="*/ 9506634 h 10298851"/>
              <a:gd name="connsiteX589" fmla="*/ 10056203 w 18288000"/>
              <a:gd name="connsiteY589" fmla="*/ 10298851 h 10298851"/>
              <a:gd name="connsiteX590" fmla="*/ 10056203 w 18288000"/>
              <a:gd name="connsiteY590" fmla="*/ 9506634 h 10298851"/>
              <a:gd name="connsiteX591" fmla="*/ 10970399 w 18288000"/>
              <a:gd name="connsiteY591" fmla="*/ 9506634 h 10298851"/>
              <a:gd name="connsiteX592" fmla="*/ 10056203 w 18288000"/>
              <a:gd name="connsiteY592" fmla="*/ 10298851 h 10298851"/>
              <a:gd name="connsiteX593" fmla="*/ 10970399 w 18288000"/>
              <a:gd name="connsiteY593" fmla="*/ 10298851 h 10298851"/>
              <a:gd name="connsiteX594" fmla="*/ 5485194 w 18288000"/>
              <a:gd name="connsiteY594" fmla="*/ 0 h 10298851"/>
              <a:gd name="connsiteX595" fmla="*/ 5485194 w 18288000"/>
              <a:gd name="connsiteY595" fmla="*/ 792220 h 10298851"/>
              <a:gd name="connsiteX596" fmla="*/ 5485194 w 18288000"/>
              <a:gd name="connsiteY596" fmla="*/ 792220 h 10298851"/>
              <a:gd name="connsiteX597" fmla="*/ 5485194 w 18288000"/>
              <a:gd name="connsiteY597" fmla="*/ 1584435 h 10298851"/>
              <a:gd name="connsiteX598" fmla="*/ 5485194 w 18288000"/>
              <a:gd name="connsiteY598" fmla="*/ 1584435 h 10298851"/>
              <a:gd name="connsiteX599" fmla="*/ 5485194 w 18288000"/>
              <a:gd name="connsiteY599" fmla="*/ 2376653 h 10298851"/>
              <a:gd name="connsiteX600" fmla="*/ 5485194 w 18288000"/>
              <a:gd name="connsiteY600" fmla="*/ 2376653 h 10298851"/>
              <a:gd name="connsiteX601" fmla="*/ 5485194 w 18288000"/>
              <a:gd name="connsiteY601" fmla="*/ 3168882 h 10298851"/>
              <a:gd name="connsiteX602" fmla="*/ 5485194 w 18288000"/>
              <a:gd name="connsiteY602" fmla="*/ 3168882 h 10298851"/>
              <a:gd name="connsiteX603" fmla="*/ 5485194 w 18288000"/>
              <a:gd name="connsiteY603" fmla="*/ 3961099 h 10298851"/>
              <a:gd name="connsiteX604" fmla="*/ 5485194 w 18288000"/>
              <a:gd name="connsiteY604" fmla="*/ 3961099 h 10298851"/>
              <a:gd name="connsiteX605" fmla="*/ 5485194 w 18288000"/>
              <a:gd name="connsiteY605" fmla="*/ 4753317 h 10298851"/>
              <a:gd name="connsiteX606" fmla="*/ 5485194 w 18288000"/>
              <a:gd name="connsiteY606" fmla="*/ 4753317 h 10298851"/>
              <a:gd name="connsiteX607" fmla="*/ 5485194 w 18288000"/>
              <a:gd name="connsiteY607" fmla="*/ 5545535 h 10298851"/>
              <a:gd name="connsiteX608" fmla="*/ 5485194 w 18288000"/>
              <a:gd name="connsiteY608" fmla="*/ 5545535 h 10298851"/>
              <a:gd name="connsiteX609" fmla="*/ 5485194 w 18288000"/>
              <a:gd name="connsiteY609" fmla="*/ 6337752 h 10298851"/>
              <a:gd name="connsiteX610" fmla="*/ 5485194 w 18288000"/>
              <a:gd name="connsiteY610" fmla="*/ 6337752 h 10298851"/>
              <a:gd name="connsiteX611" fmla="*/ 5485194 w 18288000"/>
              <a:gd name="connsiteY611" fmla="*/ 7129970 h 10298851"/>
              <a:gd name="connsiteX612" fmla="*/ 5485194 w 18288000"/>
              <a:gd name="connsiteY612" fmla="*/ 7129970 h 10298851"/>
              <a:gd name="connsiteX613" fmla="*/ 5485194 w 18288000"/>
              <a:gd name="connsiteY613" fmla="*/ 7922187 h 10298851"/>
              <a:gd name="connsiteX614" fmla="*/ 5485194 w 18288000"/>
              <a:gd name="connsiteY614" fmla="*/ 7922187 h 10298851"/>
              <a:gd name="connsiteX615" fmla="*/ 5485194 w 18288000"/>
              <a:gd name="connsiteY615" fmla="*/ 8714416 h 10298851"/>
              <a:gd name="connsiteX616" fmla="*/ 5485194 w 18288000"/>
              <a:gd name="connsiteY616" fmla="*/ 8714416 h 10298851"/>
              <a:gd name="connsiteX617" fmla="*/ 5485194 w 18288000"/>
              <a:gd name="connsiteY617" fmla="*/ 9506634 h 10298851"/>
              <a:gd name="connsiteX618" fmla="*/ 5485194 w 18288000"/>
              <a:gd name="connsiteY618" fmla="*/ 9506634 h 10298851"/>
              <a:gd name="connsiteX619" fmla="*/ 5485194 w 18288000"/>
              <a:gd name="connsiteY619" fmla="*/ 10298851 h 10298851"/>
              <a:gd name="connsiteX620" fmla="*/ 8227796 w 18288000"/>
              <a:gd name="connsiteY620" fmla="*/ 0 h 10298851"/>
              <a:gd name="connsiteX621" fmla="*/ 8227796 w 18288000"/>
              <a:gd name="connsiteY621" fmla="*/ 792220 h 10298851"/>
              <a:gd name="connsiteX622" fmla="*/ 8227796 w 18288000"/>
              <a:gd name="connsiteY622" fmla="*/ 792220 h 10298851"/>
              <a:gd name="connsiteX623" fmla="*/ 8227796 w 18288000"/>
              <a:gd name="connsiteY623" fmla="*/ 1584435 h 10298851"/>
              <a:gd name="connsiteX624" fmla="*/ 8227796 w 18288000"/>
              <a:gd name="connsiteY624" fmla="*/ 1584435 h 10298851"/>
              <a:gd name="connsiteX625" fmla="*/ 8227796 w 18288000"/>
              <a:gd name="connsiteY625" fmla="*/ 2376653 h 10298851"/>
              <a:gd name="connsiteX626" fmla="*/ 8227796 w 18288000"/>
              <a:gd name="connsiteY626" fmla="*/ 2376653 h 10298851"/>
              <a:gd name="connsiteX627" fmla="*/ 8227796 w 18288000"/>
              <a:gd name="connsiteY627" fmla="*/ 3168882 h 10298851"/>
              <a:gd name="connsiteX628" fmla="*/ 8227796 w 18288000"/>
              <a:gd name="connsiteY628" fmla="*/ 3168882 h 10298851"/>
              <a:gd name="connsiteX629" fmla="*/ 8227796 w 18288000"/>
              <a:gd name="connsiteY629" fmla="*/ 3961099 h 10298851"/>
              <a:gd name="connsiteX630" fmla="*/ 8227796 w 18288000"/>
              <a:gd name="connsiteY630" fmla="*/ 3961099 h 10298851"/>
              <a:gd name="connsiteX631" fmla="*/ 8227796 w 18288000"/>
              <a:gd name="connsiteY631" fmla="*/ 4753317 h 10298851"/>
              <a:gd name="connsiteX632" fmla="*/ 8227796 w 18288000"/>
              <a:gd name="connsiteY632" fmla="*/ 4753317 h 10298851"/>
              <a:gd name="connsiteX633" fmla="*/ 8227796 w 18288000"/>
              <a:gd name="connsiteY633" fmla="*/ 5545535 h 10298851"/>
              <a:gd name="connsiteX634" fmla="*/ 8227796 w 18288000"/>
              <a:gd name="connsiteY634" fmla="*/ 5545535 h 10298851"/>
              <a:gd name="connsiteX635" fmla="*/ 8227796 w 18288000"/>
              <a:gd name="connsiteY635" fmla="*/ 6337752 h 10298851"/>
              <a:gd name="connsiteX636" fmla="*/ 8227796 w 18288000"/>
              <a:gd name="connsiteY636" fmla="*/ 6337752 h 10298851"/>
              <a:gd name="connsiteX637" fmla="*/ 8227796 w 18288000"/>
              <a:gd name="connsiteY637" fmla="*/ 7129970 h 10298851"/>
              <a:gd name="connsiteX638" fmla="*/ 8227796 w 18288000"/>
              <a:gd name="connsiteY638" fmla="*/ 7129970 h 10298851"/>
              <a:gd name="connsiteX639" fmla="*/ 8227796 w 18288000"/>
              <a:gd name="connsiteY639" fmla="*/ 7922199 h 10298851"/>
              <a:gd name="connsiteX640" fmla="*/ 8227796 w 18288000"/>
              <a:gd name="connsiteY640" fmla="*/ 7922199 h 10298851"/>
              <a:gd name="connsiteX641" fmla="*/ 8227796 w 18288000"/>
              <a:gd name="connsiteY641" fmla="*/ 8714416 h 10298851"/>
              <a:gd name="connsiteX642" fmla="*/ 8227796 w 18288000"/>
              <a:gd name="connsiteY642" fmla="*/ 8714416 h 10298851"/>
              <a:gd name="connsiteX643" fmla="*/ 8227796 w 18288000"/>
              <a:gd name="connsiteY643" fmla="*/ 9506634 h 10298851"/>
              <a:gd name="connsiteX644" fmla="*/ 8227796 w 18288000"/>
              <a:gd name="connsiteY644" fmla="*/ 9506634 h 10298851"/>
              <a:gd name="connsiteX645" fmla="*/ 8227796 w 18288000"/>
              <a:gd name="connsiteY645" fmla="*/ 10298851 h 10298851"/>
              <a:gd name="connsiteX646" fmla="*/ 10970399 w 18288000"/>
              <a:gd name="connsiteY646" fmla="*/ 0 h 10298851"/>
              <a:gd name="connsiteX647" fmla="*/ 10970399 w 18288000"/>
              <a:gd name="connsiteY647" fmla="*/ 792220 h 10298851"/>
              <a:gd name="connsiteX648" fmla="*/ 10970399 w 18288000"/>
              <a:gd name="connsiteY648" fmla="*/ 0 h 10298851"/>
              <a:gd name="connsiteX649" fmla="*/ 11884596 w 18288000"/>
              <a:gd name="connsiteY649" fmla="*/ 0 h 10298851"/>
              <a:gd name="connsiteX650" fmla="*/ 11884596 w 18288000"/>
              <a:gd name="connsiteY650" fmla="*/ 10298851 h 10298851"/>
              <a:gd name="connsiteX651" fmla="*/ 10970399 w 18288000"/>
              <a:gd name="connsiteY651" fmla="*/ 10298851 h 10298851"/>
              <a:gd name="connsiteX652" fmla="*/ 10970399 w 18288000"/>
              <a:gd name="connsiteY652" fmla="*/ 792220 h 10298851"/>
              <a:gd name="connsiteX653" fmla="*/ 10970399 w 18288000"/>
              <a:gd name="connsiteY653" fmla="*/ 1584435 h 10298851"/>
              <a:gd name="connsiteX654" fmla="*/ 10970399 w 18288000"/>
              <a:gd name="connsiteY654" fmla="*/ 792220 h 10298851"/>
              <a:gd name="connsiteX655" fmla="*/ 11884584 w 18288000"/>
              <a:gd name="connsiteY655" fmla="*/ 792220 h 10298851"/>
              <a:gd name="connsiteX656" fmla="*/ 10970399 w 18288000"/>
              <a:gd name="connsiteY656" fmla="*/ 1584435 h 10298851"/>
              <a:gd name="connsiteX657" fmla="*/ 10970399 w 18288000"/>
              <a:gd name="connsiteY657" fmla="*/ 2376653 h 10298851"/>
              <a:gd name="connsiteX658" fmla="*/ 10970399 w 18288000"/>
              <a:gd name="connsiteY658" fmla="*/ 1584435 h 10298851"/>
              <a:gd name="connsiteX659" fmla="*/ 11884584 w 18288000"/>
              <a:gd name="connsiteY659" fmla="*/ 1584435 h 10298851"/>
              <a:gd name="connsiteX660" fmla="*/ 10970399 w 18288000"/>
              <a:gd name="connsiteY660" fmla="*/ 2376653 h 10298851"/>
              <a:gd name="connsiteX661" fmla="*/ 10970399 w 18288000"/>
              <a:gd name="connsiteY661" fmla="*/ 3168882 h 10298851"/>
              <a:gd name="connsiteX662" fmla="*/ 10970399 w 18288000"/>
              <a:gd name="connsiteY662" fmla="*/ 2376653 h 10298851"/>
              <a:gd name="connsiteX663" fmla="*/ 11884584 w 18288000"/>
              <a:gd name="connsiteY663" fmla="*/ 2376653 h 10298851"/>
              <a:gd name="connsiteX664" fmla="*/ 10970399 w 18288000"/>
              <a:gd name="connsiteY664" fmla="*/ 3168882 h 10298851"/>
              <a:gd name="connsiteX665" fmla="*/ 10970399 w 18288000"/>
              <a:gd name="connsiteY665" fmla="*/ 3961099 h 10298851"/>
              <a:gd name="connsiteX666" fmla="*/ 10970399 w 18288000"/>
              <a:gd name="connsiteY666" fmla="*/ 3168882 h 10298851"/>
              <a:gd name="connsiteX667" fmla="*/ 11884584 w 18288000"/>
              <a:gd name="connsiteY667" fmla="*/ 3168882 h 10298851"/>
              <a:gd name="connsiteX668" fmla="*/ 10970399 w 18288000"/>
              <a:gd name="connsiteY668" fmla="*/ 3961099 h 10298851"/>
              <a:gd name="connsiteX669" fmla="*/ 10970399 w 18288000"/>
              <a:gd name="connsiteY669" fmla="*/ 4753317 h 10298851"/>
              <a:gd name="connsiteX670" fmla="*/ 10970399 w 18288000"/>
              <a:gd name="connsiteY670" fmla="*/ 3961099 h 10298851"/>
              <a:gd name="connsiteX671" fmla="*/ 11884584 w 18288000"/>
              <a:gd name="connsiteY671" fmla="*/ 3961099 h 10298851"/>
              <a:gd name="connsiteX672" fmla="*/ 10970399 w 18288000"/>
              <a:gd name="connsiteY672" fmla="*/ 4753317 h 10298851"/>
              <a:gd name="connsiteX673" fmla="*/ 10970399 w 18288000"/>
              <a:gd name="connsiteY673" fmla="*/ 5545535 h 10298851"/>
              <a:gd name="connsiteX674" fmla="*/ 10970399 w 18288000"/>
              <a:gd name="connsiteY674" fmla="*/ 4753317 h 10298851"/>
              <a:gd name="connsiteX675" fmla="*/ 11884584 w 18288000"/>
              <a:gd name="connsiteY675" fmla="*/ 4753317 h 10298851"/>
              <a:gd name="connsiteX676" fmla="*/ 10970399 w 18288000"/>
              <a:gd name="connsiteY676" fmla="*/ 5545535 h 10298851"/>
              <a:gd name="connsiteX677" fmla="*/ 10970399 w 18288000"/>
              <a:gd name="connsiteY677" fmla="*/ 6337752 h 10298851"/>
              <a:gd name="connsiteX678" fmla="*/ 10970399 w 18288000"/>
              <a:gd name="connsiteY678" fmla="*/ 5545535 h 10298851"/>
              <a:gd name="connsiteX679" fmla="*/ 11884584 w 18288000"/>
              <a:gd name="connsiteY679" fmla="*/ 5545535 h 10298851"/>
              <a:gd name="connsiteX680" fmla="*/ 10970399 w 18288000"/>
              <a:gd name="connsiteY680" fmla="*/ 6337752 h 10298851"/>
              <a:gd name="connsiteX681" fmla="*/ 10970399 w 18288000"/>
              <a:gd name="connsiteY681" fmla="*/ 7129970 h 10298851"/>
              <a:gd name="connsiteX682" fmla="*/ 10970399 w 18288000"/>
              <a:gd name="connsiteY682" fmla="*/ 6337752 h 10298851"/>
              <a:gd name="connsiteX683" fmla="*/ 11884584 w 18288000"/>
              <a:gd name="connsiteY683" fmla="*/ 6337752 h 10298851"/>
              <a:gd name="connsiteX684" fmla="*/ 10970399 w 18288000"/>
              <a:gd name="connsiteY684" fmla="*/ 7129970 h 10298851"/>
              <a:gd name="connsiteX685" fmla="*/ 10970399 w 18288000"/>
              <a:gd name="connsiteY685" fmla="*/ 7922199 h 10298851"/>
              <a:gd name="connsiteX686" fmla="*/ 10970399 w 18288000"/>
              <a:gd name="connsiteY686" fmla="*/ 7129970 h 10298851"/>
              <a:gd name="connsiteX687" fmla="*/ 11884584 w 18288000"/>
              <a:gd name="connsiteY687" fmla="*/ 7129970 h 10298851"/>
              <a:gd name="connsiteX688" fmla="*/ 10970399 w 18288000"/>
              <a:gd name="connsiteY688" fmla="*/ 7922199 h 10298851"/>
              <a:gd name="connsiteX689" fmla="*/ 10970399 w 18288000"/>
              <a:gd name="connsiteY689" fmla="*/ 8714416 h 10298851"/>
              <a:gd name="connsiteX690" fmla="*/ 10970399 w 18288000"/>
              <a:gd name="connsiteY690" fmla="*/ 7922199 h 10298851"/>
              <a:gd name="connsiteX691" fmla="*/ 11884584 w 18288000"/>
              <a:gd name="connsiteY691" fmla="*/ 7922199 h 10298851"/>
              <a:gd name="connsiteX692" fmla="*/ 10970399 w 18288000"/>
              <a:gd name="connsiteY692" fmla="*/ 8714416 h 10298851"/>
              <a:gd name="connsiteX693" fmla="*/ 10970399 w 18288000"/>
              <a:gd name="connsiteY693" fmla="*/ 9506634 h 10298851"/>
              <a:gd name="connsiteX694" fmla="*/ 10970399 w 18288000"/>
              <a:gd name="connsiteY694" fmla="*/ 8714416 h 10298851"/>
              <a:gd name="connsiteX695" fmla="*/ 11884584 w 18288000"/>
              <a:gd name="connsiteY695" fmla="*/ 8714416 h 10298851"/>
              <a:gd name="connsiteX696" fmla="*/ 10970399 w 18288000"/>
              <a:gd name="connsiteY696" fmla="*/ 9506634 h 10298851"/>
              <a:gd name="connsiteX697" fmla="*/ 10970399 w 18288000"/>
              <a:gd name="connsiteY697" fmla="*/ 10298851 h 10298851"/>
              <a:gd name="connsiteX698" fmla="*/ 10970399 w 18288000"/>
              <a:gd name="connsiteY698" fmla="*/ 9506634 h 10298851"/>
              <a:gd name="connsiteX699" fmla="*/ 11884584 w 18288000"/>
              <a:gd name="connsiteY699" fmla="*/ 9506634 h 10298851"/>
              <a:gd name="connsiteX700" fmla="*/ 7317601 w 18288000"/>
              <a:gd name="connsiteY700" fmla="*/ 0 h 10298851"/>
              <a:gd name="connsiteX701" fmla="*/ 7317601 w 18288000"/>
              <a:gd name="connsiteY701" fmla="*/ 792219 h 10298851"/>
              <a:gd name="connsiteX702" fmla="*/ 7317601 w 18288000"/>
              <a:gd name="connsiteY702" fmla="*/ 0 h 10298851"/>
              <a:gd name="connsiteX703" fmla="*/ 6403404 w 18288000"/>
              <a:gd name="connsiteY703" fmla="*/ 0 h 10298851"/>
              <a:gd name="connsiteX704" fmla="*/ 6403404 w 18288000"/>
              <a:gd name="connsiteY704" fmla="*/ 792219 h 10298851"/>
              <a:gd name="connsiteX705" fmla="*/ 7317601 w 18288000"/>
              <a:gd name="connsiteY705" fmla="*/ 0 h 10298851"/>
              <a:gd name="connsiteX706" fmla="*/ 8231797 w 18288000"/>
              <a:gd name="connsiteY706" fmla="*/ 0 h 10298851"/>
              <a:gd name="connsiteX707" fmla="*/ 7317601 w 18288000"/>
              <a:gd name="connsiteY707" fmla="*/ 792219 h 10298851"/>
              <a:gd name="connsiteX708" fmla="*/ 7317601 w 18288000"/>
              <a:gd name="connsiteY708" fmla="*/ 1584435 h 10298851"/>
              <a:gd name="connsiteX709" fmla="*/ 7317601 w 18288000"/>
              <a:gd name="connsiteY709" fmla="*/ 792219 h 10298851"/>
              <a:gd name="connsiteX710" fmla="*/ 6403404 w 18288000"/>
              <a:gd name="connsiteY710" fmla="*/ 792219 h 10298851"/>
              <a:gd name="connsiteX711" fmla="*/ 7317601 w 18288000"/>
              <a:gd name="connsiteY711" fmla="*/ 792219 h 10298851"/>
              <a:gd name="connsiteX712" fmla="*/ 8231797 w 18288000"/>
              <a:gd name="connsiteY712" fmla="*/ 792220 h 10298851"/>
              <a:gd name="connsiteX713" fmla="*/ 7317601 w 18288000"/>
              <a:gd name="connsiteY713" fmla="*/ 1584435 h 10298851"/>
              <a:gd name="connsiteX714" fmla="*/ 7317601 w 18288000"/>
              <a:gd name="connsiteY714" fmla="*/ 2376653 h 10298851"/>
              <a:gd name="connsiteX715" fmla="*/ 7317601 w 18288000"/>
              <a:gd name="connsiteY715" fmla="*/ 1584435 h 10298851"/>
              <a:gd name="connsiteX716" fmla="*/ 6403404 w 18288000"/>
              <a:gd name="connsiteY716" fmla="*/ 1584435 h 10298851"/>
              <a:gd name="connsiteX717" fmla="*/ 7317601 w 18288000"/>
              <a:gd name="connsiteY717" fmla="*/ 1584435 h 10298851"/>
              <a:gd name="connsiteX718" fmla="*/ 8231797 w 18288000"/>
              <a:gd name="connsiteY718" fmla="*/ 1584435 h 10298851"/>
              <a:gd name="connsiteX719" fmla="*/ 7317601 w 18288000"/>
              <a:gd name="connsiteY719" fmla="*/ 2376653 h 10298851"/>
              <a:gd name="connsiteX720" fmla="*/ 7317601 w 18288000"/>
              <a:gd name="connsiteY720" fmla="*/ 3168882 h 10298851"/>
              <a:gd name="connsiteX721" fmla="*/ 7317601 w 18288000"/>
              <a:gd name="connsiteY721" fmla="*/ 2376653 h 10298851"/>
              <a:gd name="connsiteX722" fmla="*/ 6403404 w 18288000"/>
              <a:gd name="connsiteY722" fmla="*/ 2376653 h 10298851"/>
              <a:gd name="connsiteX723" fmla="*/ 7317601 w 18288000"/>
              <a:gd name="connsiteY723" fmla="*/ 2376653 h 10298851"/>
              <a:gd name="connsiteX724" fmla="*/ 8231797 w 18288000"/>
              <a:gd name="connsiteY724" fmla="*/ 2376653 h 10298851"/>
              <a:gd name="connsiteX725" fmla="*/ 7317601 w 18288000"/>
              <a:gd name="connsiteY725" fmla="*/ 3168882 h 10298851"/>
              <a:gd name="connsiteX726" fmla="*/ 7317601 w 18288000"/>
              <a:gd name="connsiteY726" fmla="*/ 3961099 h 10298851"/>
              <a:gd name="connsiteX727" fmla="*/ 7317601 w 18288000"/>
              <a:gd name="connsiteY727" fmla="*/ 3168882 h 10298851"/>
              <a:gd name="connsiteX728" fmla="*/ 6403404 w 18288000"/>
              <a:gd name="connsiteY728" fmla="*/ 3168882 h 10298851"/>
              <a:gd name="connsiteX729" fmla="*/ 7317601 w 18288000"/>
              <a:gd name="connsiteY729" fmla="*/ 3168882 h 10298851"/>
              <a:gd name="connsiteX730" fmla="*/ 8231797 w 18288000"/>
              <a:gd name="connsiteY730" fmla="*/ 3168882 h 10298851"/>
              <a:gd name="connsiteX731" fmla="*/ 7317601 w 18288000"/>
              <a:gd name="connsiteY731" fmla="*/ 3961099 h 10298851"/>
              <a:gd name="connsiteX732" fmla="*/ 7317601 w 18288000"/>
              <a:gd name="connsiteY732" fmla="*/ 4753317 h 10298851"/>
              <a:gd name="connsiteX733" fmla="*/ 7317601 w 18288000"/>
              <a:gd name="connsiteY733" fmla="*/ 3961099 h 10298851"/>
              <a:gd name="connsiteX734" fmla="*/ 6403404 w 18288000"/>
              <a:gd name="connsiteY734" fmla="*/ 3961099 h 10298851"/>
              <a:gd name="connsiteX735" fmla="*/ 7317601 w 18288000"/>
              <a:gd name="connsiteY735" fmla="*/ 3961099 h 10298851"/>
              <a:gd name="connsiteX736" fmla="*/ 8231797 w 18288000"/>
              <a:gd name="connsiteY736" fmla="*/ 3961099 h 10298851"/>
              <a:gd name="connsiteX737" fmla="*/ 7317601 w 18288000"/>
              <a:gd name="connsiteY737" fmla="*/ 4753317 h 10298851"/>
              <a:gd name="connsiteX738" fmla="*/ 7317601 w 18288000"/>
              <a:gd name="connsiteY738" fmla="*/ 5545535 h 10298851"/>
              <a:gd name="connsiteX739" fmla="*/ 7317601 w 18288000"/>
              <a:gd name="connsiteY739" fmla="*/ 4753317 h 10298851"/>
              <a:gd name="connsiteX740" fmla="*/ 6403404 w 18288000"/>
              <a:gd name="connsiteY740" fmla="*/ 4753317 h 10298851"/>
              <a:gd name="connsiteX741" fmla="*/ 7317601 w 18288000"/>
              <a:gd name="connsiteY741" fmla="*/ 4753317 h 10298851"/>
              <a:gd name="connsiteX742" fmla="*/ 8231797 w 18288000"/>
              <a:gd name="connsiteY742" fmla="*/ 4753317 h 10298851"/>
              <a:gd name="connsiteX743" fmla="*/ 7317601 w 18288000"/>
              <a:gd name="connsiteY743" fmla="*/ 5545535 h 10298851"/>
              <a:gd name="connsiteX744" fmla="*/ 7317601 w 18288000"/>
              <a:gd name="connsiteY744" fmla="*/ 6337752 h 10298851"/>
              <a:gd name="connsiteX745" fmla="*/ 7317601 w 18288000"/>
              <a:gd name="connsiteY745" fmla="*/ 5545535 h 10298851"/>
              <a:gd name="connsiteX746" fmla="*/ 6403404 w 18288000"/>
              <a:gd name="connsiteY746" fmla="*/ 5545535 h 10298851"/>
              <a:gd name="connsiteX747" fmla="*/ 7317601 w 18288000"/>
              <a:gd name="connsiteY747" fmla="*/ 5545535 h 10298851"/>
              <a:gd name="connsiteX748" fmla="*/ 8231797 w 18288000"/>
              <a:gd name="connsiteY748" fmla="*/ 5545535 h 10298851"/>
              <a:gd name="connsiteX749" fmla="*/ 7317601 w 18288000"/>
              <a:gd name="connsiteY749" fmla="*/ 6337752 h 10298851"/>
              <a:gd name="connsiteX750" fmla="*/ 7317601 w 18288000"/>
              <a:gd name="connsiteY750" fmla="*/ 7129970 h 10298851"/>
              <a:gd name="connsiteX751" fmla="*/ 7317601 w 18288000"/>
              <a:gd name="connsiteY751" fmla="*/ 6337752 h 10298851"/>
              <a:gd name="connsiteX752" fmla="*/ 6403404 w 18288000"/>
              <a:gd name="connsiteY752" fmla="*/ 6337752 h 10298851"/>
              <a:gd name="connsiteX753" fmla="*/ 7317601 w 18288000"/>
              <a:gd name="connsiteY753" fmla="*/ 6337752 h 10298851"/>
              <a:gd name="connsiteX754" fmla="*/ 8231797 w 18288000"/>
              <a:gd name="connsiteY754" fmla="*/ 6337752 h 10298851"/>
              <a:gd name="connsiteX755" fmla="*/ 7317601 w 18288000"/>
              <a:gd name="connsiteY755" fmla="*/ 7129970 h 10298851"/>
              <a:gd name="connsiteX756" fmla="*/ 7317601 w 18288000"/>
              <a:gd name="connsiteY756" fmla="*/ 7922187 h 10298851"/>
              <a:gd name="connsiteX757" fmla="*/ 7317601 w 18288000"/>
              <a:gd name="connsiteY757" fmla="*/ 7129970 h 10298851"/>
              <a:gd name="connsiteX758" fmla="*/ 6403404 w 18288000"/>
              <a:gd name="connsiteY758" fmla="*/ 7129970 h 10298851"/>
              <a:gd name="connsiteX759" fmla="*/ 7317601 w 18288000"/>
              <a:gd name="connsiteY759" fmla="*/ 7129970 h 10298851"/>
              <a:gd name="connsiteX760" fmla="*/ 8231797 w 18288000"/>
              <a:gd name="connsiteY760" fmla="*/ 7129970 h 10298851"/>
              <a:gd name="connsiteX761" fmla="*/ 7317601 w 18288000"/>
              <a:gd name="connsiteY761" fmla="*/ 7922187 h 10298851"/>
              <a:gd name="connsiteX762" fmla="*/ 7317601 w 18288000"/>
              <a:gd name="connsiteY762" fmla="*/ 8714416 h 10298851"/>
              <a:gd name="connsiteX763" fmla="*/ 7317601 w 18288000"/>
              <a:gd name="connsiteY763" fmla="*/ 7922187 h 10298851"/>
              <a:gd name="connsiteX764" fmla="*/ 6403404 w 18288000"/>
              <a:gd name="connsiteY764" fmla="*/ 7922187 h 10298851"/>
              <a:gd name="connsiteX765" fmla="*/ 7317601 w 18288000"/>
              <a:gd name="connsiteY765" fmla="*/ 7922187 h 10298851"/>
              <a:gd name="connsiteX766" fmla="*/ 8231797 w 18288000"/>
              <a:gd name="connsiteY766" fmla="*/ 7922187 h 10298851"/>
              <a:gd name="connsiteX767" fmla="*/ 7317601 w 18288000"/>
              <a:gd name="connsiteY767" fmla="*/ 8714416 h 10298851"/>
              <a:gd name="connsiteX768" fmla="*/ 7317601 w 18288000"/>
              <a:gd name="connsiteY768" fmla="*/ 9506634 h 10298851"/>
              <a:gd name="connsiteX769" fmla="*/ 7317601 w 18288000"/>
              <a:gd name="connsiteY769" fmla="*/ 8714416 h 10298851"/>
              <a:gd name="connsiteX770" fmla="*/ 6403404 w 18288000"/>
              <a:gd name="connsiteY770" fmla="*/ 8714416 h 10298851"/>
              <a:gd name="connsiteX771" fmla="*/ 7317601 w 18288000"/>
              <a:gd name="connsiteY771" fmla="*/ 8714416 h 10298851"/>
              <a:gd name="connsiteX772" fmla="*/ 8231797 w 18288000"/>
              <a:gd name="connsiteY772" fmla="*/ 8714416 h 10298851"/>
              <a:gd name="connsiteX773" fmla="*/ 7317601 w 18288000"/>
              <a:gd name="connsiteY773" fmla="*/ 9506634 h 10298851"/>
              <a:gd name="connsiteX774" fmla="*/ 7317601 w 18288000"/>
              <a:gd name="connsiteY774" fmla="*/ 10298851 h 10298851"/>
              <a:gd name="connsiteX775" fmla="*/ 7317601 w 18288000"/>
              <a:gd name="connsiteY775" fmla="*/ 9506634 h 10298851"/>
              <a:gd name="connsiteX776" fmla="*/ 6403404 w 18288000"/>
              <a:gd name="connsiteY776" fmla="*/ 9506634 h 10298851"/>
              <a:gd name="connsiteX777" fmla="*/ 7317601 w 18288000"/>
              <a:gd name="connsiteY777" fmla="*/ 9506634 h 10298851"/>
              <a:gd name="connsiteX778" fmla="*/ 8231797 w 18288000"/>
              <a:gd name="connsiteY778" fmla="*/ 9506634 h 10298851"/>
              <a:gd name="connsiteX779" fmla="*/ 7317601 w 18288000"/>
              <a:gd name="connsiteY779" fmla="*/ 10298851 h 10298851"/>
              <a:gd name="connsiteX780" fmla="*/ 6403404 w 18288000"/>
              <a:gd name="connsiteY780" fmla="*/ 10298851 h 10298851"/>
              <a:gd name="connsiteX781" fmla="*/ 6403404 w 18288000"/>
              <a:gd name="connsiteY781" fmla="*/ 9506634 h 10298851"/>
              <a:gd name="connsiteX782" fmla="*/ 7317601 w 18288000"/>
              <a:gd name="connsiteY782" fmla="*/ 10298851 h 10298851"/>
              <a:gd name="connsiteX783" fmla="*/ 8231797 w 18288000"/>
              <a:gd name="connsiteY783" fmla="*/ 10298851 h 10298851"/>
              <a:gd name="connsiteX784" fmla="*/ 6403404 w 18288000"/>
              <a:gd name="connsiteY784" fmla="*/ 792219 h 10298851"/>
              <a:gd name="connsiteX785" fmla="*/ 6403404 w 18288000"/>
              <a:gd name="connsiteY785" fmla="*/ 1584435 h 10298851"/>
              <a:gd name="connsiteX786" fmla="*/ 6403404 w 18288000"/>
              <a:gd name="connsiteY786" fmla="*/ 1584435 h 10298851"/>
              <a:gd name="connsiteX787" fmla="*/ 6403404 w 18288000"/>
              <a:gd name="connsiteY787" fmla="*/ 2376653 h 10298851"/>
              <a:gd name="connsiteX788" fmla="*/ 6403404 w 18288000"/>
              <a:gd name="connsiteY788" fmla="*/ 2376653 h 10298851"/>
              <a:gd name="connsiteX789" fmla="*/ 6403404 w 18288000"/>
              <a:gd name="connsiteY789" fmla="*/ 3168882 h 10298851"/>
              <a:gd name="connsiteX790" fmla="*/ 6403404 w 18288000"/>
              <a:gd name="connsiteY790" fmla="*/ 3168882 h 10298851"/>
              <a:gd name="connsiteX791" fmla="*/ 6403404 w 18288000"/>
              <a:gd name="connsiteY791" fmla="*/ 3961099 h 10298851"/>
              <a:gd name="connsiteX792" fmla="*/ 6403404 w 18288000"/>
              <a:gd name="connsiteY792" fmla="*/ 3961099 h 10298851"/>
              <a:gd name="connsiteX793" fmla="*/ 6403404 w 18288000"/>
              <a:gd name="connsiteY793" fmla="*/ 4753317 h 10298851"/>
              <a:gd name="connsiteX794" fmla="*/ 6403404 w 18288000"/>
              <a:gd name="connsiteY794" fmla="*/ 4753317 h 10298851"/>
              <a:gd name="connsiteX795" fmla="*/ 6403404 w 18288000"/>
              <a:gd name="connsiteY795" fmla="*/ 5545535 h 10298851"/>
              <a:gd name="connsiteX796" fmla="*/ 6403404 w 18288000"/>
              <a:gd name="connsiteY796" fmla="*/ 5545535 h 10298851"/>
              <a:gd name="connsiteX797" fmla="*/ 6403404 w 18288000"/>
              <a:gd name="connsiteY797" fmla="*/ 6337752 h 10298851"/>
              <a:gd name="connsiteX798" fmla="*/ 6403404 w 18288000"/>
              <a:gd name="connsiteY798" fmla="*/ 6337752 h 10298851"/>
              <a:gd name="connsiteX799" fmla="*/ 6403404 w 18288000"/>
              <a:gd name="connsiteY799" fmla="*/ 7129970 h 10298851"/>
              <a:gd name="connsiteX800" fmla="*/ 6403404 w 18288000"/>
              <a:gd name="connsiteY800" fmla="*/ 7129970 h 10298851"/>
              <a:gd name="connsiteX801" fmla="*/ 6403404 w 18288000"/>
              <a:gd name="connsiteY801" fmla="*/ 7922187 h 10298851"/>
              <a:gd name="connsiteX802" fmla="*/ 6403404 w 18288000"/>
              <a:gd name="connsiteY802" fmla="*/ 7922187 h 10298851"/>
              <a:gd name="connsiteX803" fmla="*/ 6403404 w 18288000"/>
              <a:gd name="connsiteY803" fmla="*/ 8714416 h 10298851"/>
              <a:gd name="connsiteX804" fmla="*/ 6403404 w 18288000"/>
              <a:gd name="connsiteY804" fmla="*/ 8714416 h 10298851"/>
              <a:gd name="connsiteX805" fmla="*/ 6403404 w 18288000"/>
              <a:gd name="connsiteY805" fmla="*/ 9506634 h 10298851"/>
              <a:gd name="connsiteX806" fmla="*/ 8231797 w 18288000"/>
              <a:gd name="connsiteY806" fmla="*/ 0 h 10298851"/>
              <a:gd name="connsiteX807" fmla="*/ 8231797 w 18288000"/>
              <a:gd name="connsiteY807" fmla="*/ 792220 h 10298851"/>
              <a:gd name="connsiteX808" fmla="*/ 8231797 w 18288000"/>
              <a:gd name="connsiteY808" fmla="*/ 0 h 10298851"/>
              <a:gd name="connsiteX809" fmla="*/ 9146007 w 18288000"/>
              <a:gd name="connsiteY809" fmla="*/ 0 h 10298851"/>
              <a:gd name="connsiteX810" fmla="*/ 8231797 w 18288000"/>
              <a:gd name="connsiteY810" fmla="*/ 792220 h 10298851"/>
              <a:gd name="connsiteX811" fmla="*/ 8231797 w 18288000"/>
              <a:gd name="connsiteY811" fmla="*/ 1584435 h 10298851"/>
              <a:gd name="connsiteX812" fmla="*/ 8231797 w 18288000"/>
              <a:gd name="connsiteY812" fmla="*/ 792220 h 10298851"/>
              <a:gd name="connsiteX813" fmla="*/ 9146007 w 18288000"/>
              <a:gd name="connsiteY813" fmla="*/ 792220 h 10298851"/>
              <a:gd name="connsiteX814" fmla="*/ 8231797 w 18288000"/>
              <a:gd name="connsiteY814" fmla="*/ 1584435 h 10298851"/>
              <a:gd name="connsiteX815" fmla="*/ 8231797 w 18288000"/>
              <a:gd name="connsiteY815" fmla="*/ 2376653 h 10298851"/>
              <a:gd name="connsiteX816" fmla="*/ 8231797 w 18288000"/>
              <a:gd name="connsiteY816" fmla="*/ 1584435 h 10298851"/>
              <a:gd name="connsiteX817" fmla="*/ 9146007 w 18288000"/>
              <a:gd name="connsiteY817" fmla="*/ 1584435 h 10298851"/>
              <a:gd name="connsiteX818" fmla="*/ 8231797 w 18288000"/>
              <a:gd name="connsiteY818" fmla="*/ 2376653 h 10298851"/>
              <a:gd name="connsiteX819" fmla="*/ 8231797 w 18288000"/>
              <a:gd name="connsiteY819" fmla="*/ 3168882 h 10298851"/>
              <a:gd name="connsiteX820" fmla="*/ 8231797 w 18288000"/>
              <a:gd name="connsiteY820" fmla="*/ 2376653 h 10298851"/>
              <a:gd name="connsiteX821" fmla="*/ 9146007 w 18288000"/>
              <a:gd name="connsiteY821" fmla="*/ 2376653 h 10298851"/>
              <a:gd name="connsiteX822" fmla="*/ 8231797 w 18288000"/>
              <a:gd name="connsiteY822" fmla="*/ 3168882 h 10298851"/>
              <a:gd name="connsiteX823" fmla="*/ 8231797 w 18288000"/>
              <a:gd name="connsiteY823" fmla="*/ 3961099 h 10298851"/>
              <a:gd name="connsiteX824" fmla="*/ 8231797 w 18288000"/>
              <a:gd name="connsiteY824" fmla="*/ 3168882 h 10298851"/>
              <a:gd name="connsiteX825" fmla="*/ 9146007 w 18288000"/>
              <a:gd name="connsiteY825" fmla="*/ 3168882 h 10298851"/>
              <a:gd name="connsiteX826" fmla="*/ 8231797 w 18288000"/>
              <a:gd name="connsiteY826" fmla="*/ 3961099 h 10298851"/>
              <a:gd name="connsiteX827" fmla="*/ 8231797 w 18288000"/>
              <a:gd name="connsiteY827" fmla="*/ 4753317 h 10298851"/>
              <a:gd name="connsiteX828" fmla="*/ 8231797 w 18288000"/>
              <a:gd name="connsiteY828" fmla="*/ 3961099 h 10298851"/>
              <a:gd name="connsiteX829" fmla="*/ 9146007 w 18288000"/>
              <a:gd name="connsiteY829" fmla="*/ 3961099 h 10298851"/>
              <a:gd name="connsiteX830" fmla="*/ 8231797 w 18288000"/>
              <a:gd name="connsiteY830" fmla="*/ 4753317 h 10298851"/>
              <a:gd name="connsiteX831" fmla="*/ 8231797 w 18288000"/>
              <a:gd name="connsiteY831" fmla="*/ 5545535 h 10298851"/>
              <a:gd name="connsiteX832" fmla="*/ 8231797 w 18288000"/>
              <a:gd name="connsiteY832" fmla="*/ 4753317 h 10298851"/>
              <a:gd name="connsiteX833" fmla="*/ 9146007 w 18288000"/>
              <a:gd name="connsiteY833" fmla="*/ 4753317 h 10298851"/>
              <a:gd name="connsiteX834" fmla="*/ 8231797 w 18288000"/>
              <a:gd name="connsiteY834" fmla="*/ 5545535 h 10298851"/>
              <a:gd name="connsiteX835" fmla="*/ 8231797 w 18288000"/>
              <a:gd name="connsiteY835" fmla="*/ 6337752 h 10298851"/>
              <a:gd name="connsiteX836" fmla="*/ 8231797 w 18288000"/>
              <a:gd name="connsiteY836" fmla="*/ 5545535 h 10298851"/>
              <a:gd name="connsiteX837" fmla="*/ 9146007 w 18288000"/>
              <a:gd name="connsiteY837" fmla="*/ 5545535 h 10298851"/>
              <a:gd name="connsiteX838" fmla="*/ 8231797 w 18288000"/>
              <a:gd name="connsiteY838" fmla="*/ 6337752 h 10298851"/>
              <a:gd name="connsiteX839" fmla="*/ 8231797 w 18288000"/>
              <a:gd name="connsiteY839" fmla="*/ 7129970 h 10298851"/>
              <a:gd name="connsiteX840" fmla="*/ 8231797 w 18288000"/>
              <a:gd name="connsiteY840" fmla="*/ 6337752 h 10298851"/>
              <a:gd name="connsiteX841" fmla="*/ 9146007 w 18288000"/>
              <a:gd name="connsiteY841" fmla="*/ 6337752 h 10298851"/>
              <a:gd name="connsiteX842" fmla="*/ 8231797 w 18288000"/>
              <a:gd name="connsiteY842" fmla="*/ 7129970 h 10298851"/>
              <a:gd name="connsiteX843" fmla="*/ 8231797 w 18288000"/>
              <a:gd name="connsiteY843" fmla="*/ 7922187 h 10298851"/>
              <a:gd name="connsiteX844" fmla="*/ 8231797 w 18288000"/>
              <a:gd name="connsiteY844" fmla="*/ 7129970 h 10298851"/>
              <a:gd name="connsiteX845" fmla="*/ 9146007 w 18288000"/>
              <a:gd name="connsiteY845" fmla="*/ 7129970 h 10298851"/>
              <a:gd name="connsiteX846" fmla="*/ 8231797 w 18288000"/>
              <a:gd name="connsiteY846" fmla="*/ 7922187 h 10298851"/>
              <a:gd name="connsiteX847" fmla="*/ 8231797 w 18288000"/>
              <a:gd name="connsiteY847" fmla="*/ 8714416 h 10298851"/>
              <a:gd name="connsiteX848" fmla="*/ 8231797 w 18288000"/>
              <a:gd name="connsiteY848" fmla="*/ 7922187 h 10298851"/>
              <a:gd name="connsiteX849" fmla="*/ 9146007 w 18288000"/>
              <a:gd name="connsiteY849" fmla="*/ 7922187 h 10298851"/>
              <a:gd name="connsiteX850" fmla="*/ 8231797 w 18288000"/>
              <a:gd name="connsiteY850" fmla="*/ 8714416 h 10298851"/>
              <a:gd name="connsiteX851" fmla="*/ 8231797 w 18288000"/>
              <a:gd name="connsiteY851" fmla="*/ 9506634 h 10298851"/>
              <a:gd name="connsiteX852" fmla="*/ 8231797 w 18288000"/>
              <a:gd name="connsiteY852" fmla="*/ 8714416 h 10298851"/>
              <a:gd name="connsiteX853" fmla="*/ 9146007 w 18288000"/>
              <a:gd name="connsiteY853" fmla="*/ 8714416 h 10298851"/>
              <a:gd name="connsiteX854" fmla="*/ 8231797 w 18288000"/>
              <a:gd name="connsiteY854" fmla="*/ 9506634 h 10298851"/>
              <a:gd name="connsiteX855" fmla="*/ 8231797 w 18288000"/>
              <a:gd name="connsiteY855" fmla="*/ 10298851 h 10298851"/>
              <a:gd name="connsiteX856" fmla="*/ 8231797 w 18288000"/>
              <a:gd name="connsiteY856" fmla="*/ 9506634 h 10298851"/>
              <a:gd name="connsiteX857" fmla="*/ 9146007 w 18288000"/>
              <a:gd name="connsiteY857" fmla="*/ 9506634 h 10298851"/>
              <a:gd name="connsiteX858" fmla="*/ 8231797 w 18288000"/>
              <a:gd name="connsiteY858" fmla="*/ 10298851 h 10298851"/>
              <a:gd name="connsiteX859" fmla="*/ 9146007 w 18288000"/>
              <a:gd name="connsiteY859" fmla="*/ 10298851 h 10298851"/>
              <a:gd name="connsiteX860" fmla="*/ 9146007 w 18288000"/>
              <a:gd name="connsiteY860" fmla="*/ 0 h 10298851"/>
              <a:gd name="connsiteX861" fmla="*/ 9146007 w 18288000"/>
              <a:gd name="connsiteY861" fmla="*/ 792220 h 10298851"/>
              <a:gd name="connsiteX862" fmla="*/ 9146007 w 18288000"/>
              <a:gd name="connsiteY862" fmla="*/ 0 h 10298851"/>
              <a:gd name="connsiteX863" fmla="*/ 10060204 w 18288000"/>
              <a:gd name="connsiteY863" fmla="*/ 0 h 10298851"/>
              <a:gd name="connsiteX864" fmla="*/ 9146007 w 18288000"/>
              <a:gd name="connsiteY864" fmla="*/ 792220 h 10298851"/>
              <a:gd name="connsiteX865" fmla="*/ 9146007 w 18288000"/>
              <a:gd name="connsiteY865" fmla="*/ 1584435 h 10298851"/>
              <a:gd name="connsiteX866" fmla="*/ 9146007 w 18288000"/>
              <a:gd name="connsiteY866" fmla="*/ 792220 h 10298851"/>
              <a:gd name="connsiteX867" fmla="*/ 10060204 w 18288000"/>
              <a:gd name="connsiteY867" fmla="*/ 792220 h 10298851"/>
              <a:gd name="connsiteX868" fmla="*/ 9146007 w 18288000"/>
              <a:gd name="connsiteY868" fmla="*/ 1584435 h 10298851"/>
              <a:gd name="connsiteX869" fmla="*/ 9146007 w 18288000"/>
              <a:gd name="connsiteY869" fmla="*/ 2376653 h 10298851"/>
              <a:gd name="connsiteX870" fmla="*/ 9146007 w 18288000"/>
              <a:gd name="connsiteY870" fmla="*/ 1584435 h 10298851"/>
              <a:gd name="connsiteX871" fmla="*/ 10060204 w 18288000"/>
              <a:gd name="connsiteY871" fmla="*/ 1584435 h 10298851"/>
              <a:gd name="connsiteX872" fmla="*/ 9146007 w 18288000"/>
              <a:gd name="connsiteY872" fmla="*/ 2376653 h 10298851"/>
              <a:gd name="connsiteX873" fmla="*/ 9146007 w 18288000"/>
              <a:gd name="connsiteY873" fmla="*/ 3168882 h 10298851"/>
              <a:gd name="connsiteX874" fmla="*/ 9146007 w 18288000"/>
              <a:gd name="connsiteY874" fmla="*/ 2376653 h 10298851"/>
              <a:gd name="connsiteX875" fmla="*/ 10060204 w 18288000"/>
              <a:gd name="connsiteY875" fmla="*/ 2376653 h 10298851"/>
              <a:gd name="connsiteX876" fmla="*/ 9146007 w 18288000"/>
              <a:gd name="connsiteY876" fmla="*/ 3168882 h 10298851"/>
              <a:gd name="connsiteX877" fmla="*/ 9146007 w 18288000"/>
              <a:gd name="connsiteY877" fmla="*/ 3961099 h 10298851"/>
              <a:gd name="connsiteX878" fmla="*/ 9146007 w 18288000"/>
              <a:gd name="connsiteY878" fmla="*/ 3168882 h 10298851"/>
              <a:gd name="connsiteX879" fmla="*/ 10060204 w 18288000"/>
              <a:gd name="connsiteY879" fmla="*/ 3168882 h 10298851"/>
              <a:gd name="connsiteX880" fmla="*/ 9146007 w 18288000"/>
              <a:gd name="connsiteY880" fmla="*/ 3961099 h 10298851"/>
              <a:gd name="connsiteX881" fmla="*/ 9146007 w 18288000"/>
              <a:gd name="connsiteY881" fmla="*/ 4753317 h 10298851"/>
              <a:gd name="connsiteX882" fmla="*/ 9146007 w 18288000"/>
              <a:gd name="connsiteY882" fmla="*/ 3961099 h 10298851"/>
              <a:gd name="connsiteX883" fmla="*/ 10060204 w 18288000"/>
              <a:gd name="connsiteY883" fmla="*/ 3961099 h 10298851"/>
              <a:gd name="connsiteX884" fmla="*/ 9146007 w 18288000"/>
              <a:gd name="connsiteY884" fmla="*/ 4753317 h 10298851"/>
              <a:gd name="connsiteX885" fmla="*/ 9146007 w 18288000"/>
              <a:gd name="connsiteY885" fmla="*/ 5545535 h 10298851"/>
              <a:gd name="connsiteX886" fmla="*/ 9146007 w 18288000"/>
              <a:gd name="connsiteY886" fmla="*/ 4753317 h 10298851"/>
              <a:gd name="connsiteX887" fmla="*/ 10060204 w 18288000"/>
              <a:gd name="connsiteY887" fmla="*/ 4753317 h 10298851"/>
              <a:gd name="connsiteX888" fmla="*/ 9146007 w 18288000"/>
              <a:gd name="connsiteY888" fmla="*/ 5545535 h 10298851"/>
              <a:gd name="connsiteX889" fmla="*/ 9146007 w 18288000"/>
              <a:gd name="connsiteY889" fmla="*/ 6337752 h 10298851"/>
              <a:gd name="connsiteX890" fmla="*/ 9146007 w 18288000"/>
              <a:gd name="connsiteY890" fmla="*/ 5545535 h 10298851"/>
              <a:gd name="connsiteX891" fmla="*/ 10060204 w 18288000"/>
              <a:gd name="connsiteY891" fmla="*/ 5545535 h 10298851"/>
              <a:gd name="connsiteX892" fmla="*/ 9146007 w 18288000"/>
              <a:gd name="connsiteY892" fmla="*/ 6337752 h 10298851"/>
              <a:gd name="connsiteX893" fmla="*/ 9146007 w 18288000"/>
              <a:gd name="connsiteY893" fmla="*/ 7129970 h 10298851"/>
              <a:gd name="connsiteX894" fmla="*/ 9146007 w 18288000"/>
              <a:gd name="connsiteY894" fmla="*/ 6337752 h 10298851"/>
              <a:gd name="connsiteX895" fmla="*/ 10060204 w 18288000"/>
              <a:gd name="connsiteY895" fmla="*/ 6337752 h 10298851"/>
              <a:gd name="connsiteX896" fmla="*/ 9146007 w 18288000"/>
              <a:gd name="connsiteY896" fmla="*/ 7129970 h 10298851"/>
              <a:gd name="connsiteX897" fmla="*/ 9146007 w 18288000"/>
              <a:gd name="connsiteY897" fmla="*/ 7922187 h 10298851"/>
              <a:gd name="connsiteX898" fmla="*/ 9146007 w 18288000"/>
              <a:gd name="connsiteY898" fmla="*/ 7129970 h 10298851"/>
              <a:gd name="connsiteX899" fmla="*/ 10060204 w 18288000"/>
              <a:gd name="connsiteY899" fmla="*/ 7129970 h 10298851"/>
              <a:gd name="connsiteX900" fmla="*/ 9146007 w 18288000"/>
              <a:gd name="connsiteY900" fmla="*/ 7922187 h 10298851"/>
              <a:gd name="connsiteX901" fmla="*/ 9146007 w 18288000"/>
              <a:gd name="connsiteY901" fmla="*/ 8714416 h 10298851"/>
              <a:gd name="connsiteX902" fmla="*/ 9146007 w 18288000"/>
              <a:gd name="connsiteY902" fmla="*/ 7922187 h 10298851"/>
              <a:gd name="connsiteX903" fmla="*/ 10060204 w 18288000"/>
              <a:gd name="connsiteY903" fmla="*/ 7922187 h 10298851"/>
              <a:gd name="connsiteX904" fmla="*/ 9146007 w 18288000"/>
              <a:gd name="connsiteY904" fmla="*/ 8714416 h 10298851"/>
              <a:gd name="connsiteX905" fmla="*/ 9146007 w 18288000"/>
              <a:gd name="connsiteY905" fmla="*/ 9506634 h 10298851"/>
              <a:gd name="connsiteX906" fmla="*/ 9146007 w 18288000"/>
              <a:gd name="connsiteY906" fmla="*/ 8714416 h 10298851"/>
              <a:gd name="connsiteX907" fmla="*/ 10060204 w 18288000"/>
              <a:gd name="connsiteY907" fmla="*/ 8714416 h 10298851"/>
              <a:gd name="connsiteX908" fmla="*/ 9146007 w 18288000"/>
              <a:gd name="connsiteY908" fmla="*/ 9506634 h 10298851"/>
              <a:gd name="connsiteX909" fmla="*/ 9146007 w 18288000"/>
              <a:gd name="connsiteY909" fmla="*/ 10298851 h 10298851"/>
              <a:gd name="connsiteX910" fmla="*/ 9146007 w 18288000"/>
              <a:gd name="connsiteY910" fmla="*/ 9506634 h 10298851"/>
              <a:gd name="connsiteX911" fmla="*/ 10060204 w 18288000"/>
              <a:gd name="connsiteY911" fmla="*/ 9506634 h 10298851"/>
              <a:gd name="connsiteX912" fmla="*/ 9146007 w 18288000"/>
              <a:gd name="connsiteY912" fmla="*/ 10298851 h 10298851"/>
              <a:gd name="connsiteX913" fmla="*/ 10060204 w 18288000"/>
              <a:gd name="connsiteY913" fmla="*/ 10298851 h 10298851"/>
              <a:gd name="connsiteX914" fmla="*/ 10060204 w 18288000"/>
              <a:gd name="connsiteY914" fmla="*/ 0 h 10298851"/>
              <a:gd name="connsiteX915" fmla="*/ 10060204 w 18288000"/>
              <a:gd name="connsiteY915" fmla="*/ 792220 h 10298851"/>
              <a:gd name="connsiteX916" fmla="*/ 10060204 w 18288000"/>
              <a:gd name="connsiteY916" fmla="*/ 0 h 10298851"/>
              <a:gd name="connsiteX917" fmla="*/ 10974400 w 18288000"/>
              <a:gd name="connsiteY917" fmla="*/ 0 h 10298851"/>
              <a:gd name="connsiteX918" fmla="*/ 10060204 w 18288000"/>
              <a:gd name="connsiteY918" fmla="*/ 792220 h 10298851"/>
              <a:gd name="connsiteX919" fmla="*/ 10060204 w 18288000"/>
              <a:gd name="connsiteY919" fmla="*/ 1584435 h 10298851"/>
              <a:gd name="connsiteX920" fmla="*/ 10060204 w 18288000"/>
              <a:gd name="connsiteY920" fmla="*/ 792220 h 10298851"/>
              <a:gd name="connsiteX921" fmla="*/ 10974400 w 18288000"/>
              <a:gd name="connsiteY921" fmla="*/ 792220 h 10298851"/>
              <a:gd name="connsiteX922" fmla="*/ 10060204 w 18288000"/>
              <a:gd name="connsiteY922" fmla="*/ 1584435 h 10298851"/>
              <a:gd name="connsiteX923" fmla="*/ 10060204 w 18288000"/>
              <a:gd name="connsiteY923" fmla="*/ 2376653 h 10298851"/>
              <a:gd name="connsiteX924" fmla="*/ 10060204 w 18288000"/>
              <a:gd name="connsiteY924" fmla="*/ 1584435 h 10298851"/>
              <a:gd name="connsiteX925" fmla="*/ 10974400 w 18288000"/>
              <a:gd name="connsiteY925" fmla="*/ 1584435 h 10298851"/>
              <a:gd name="connsiteX926" fmla="*/ 10060204 w 18288000"/>
              <a:gd name="connsiteY926" fmla="*/ 2376653 h 10298851"/>
              <a:gd name="connsiteX927" fmla="*/ 10060204 w 18288000"/>
              <a:gd name="connsiteY927" fmla="*/ 3168882 h 10298851"/>
              <a:gd name="connsiteX928" fmla="*/ 10060204 w 18288000"/>
              <a:gd name="connsiteY928" fmla="*/ 2376653 h 10298851"/>
              <a:gd name="connsiteX929" fmla="*/ 10974400 w 18288000"/>
              <a:gd name="connsiteY929" fmla="*/ 2376653 h 10298851"/>
              <a:gd name="connsiteX930" fmla="*/ 10060204 w 18288000"/>
              <a:gd name="connsiteY930" fmla="*/ 3168882 h 10298851"/>
              <a:gd name="connsiteX931" fmla="*/ 10060204 w 18288000"/>
              <a:gd name="connsiteY931" fmla="*/ 3961099 h 10298851"/>
              <a:gd name="connsiteX932" fmla="*/ 10060204 w 18288000"/>
              <a:gd name="connsiteY932" fmla="*/ 3168882 h 10298851"/>
              <a:gd name="connsiteX933" fmla="*/ 10974400 w 18288000"/>
              <a:gd name="connsiteY933" fmla="*/ 3168882 h 10298851"/>
              <a:gd name="connsiteX934" fmla="*/ 10060204 w 18288000"/>
              <a:gd name="connsiteY934" fmla="*/ 3961099 h 10298851"/>
              <a:gd name="connsiteX935" fmla="*/ 10060204 w 18288000"/>
              <a:gd name="connsiteY935" fmla="*/ 4753317 h 10298851"/>
              <a:gd name="connsiteX936" fmla="*/ 10060204 w 18288000"/>
              <a:gd name="connsiteY936" fmla="*/ 3961099 h 10298851"/>
              <a:gd name="connsiteX937" fmla="*/ 10974400 w 18288000"/>
              <a:gd name="connsiteY937" fmla="*/ 3961099 h 10298851"/>
              <a:gd name="connsiteX938" fmla="*/ 10060204 w 18288000"/>
              <a:gd name="connsiteY938" fmla="*/ 4753317 h 10298851"/>
              <a:gd name="connsiteX939" fmla="*/ 10060204 w 18288000"/>
              <a:gd name="connsiteY939" fmla="*/ 5545535 h 10298851"/>
              <a:gd name="connsiteX940" fmla="*/ 10060204 w 18288000"/>
              <a:gd name="connsiteY940" fmla="*/ 4753317 h 10298851"/>
              <a:gd name="connsiteX941" fmla="*/ 10974400 w 18288000"/>
              <a:gd name="connsiteY941" fmla="*/ 4753317 h 10298851"/>
              <a:gd name="connsiteX942" fmla="*/ 10060204 w 18288000"/>
              <a:gd name="connsiteY942" fmla="*/ 5545535 h 10298851"/>
              <a:gd name="connsiteX943" fmla="*/ 10060204 w 18288000"/>
              <a:gd name="connsiteY943" fmla="*/ 6337752 h 10298851"/>
              <a:gd name="connsiteX944" fmla="*/ 10060204 w 18288000"/>
              <a:gd name="connsiteY944" fmla="*/ 5545535 h 10298851"/>
              <a:gd name="connsiteX945" fmla="*/ 10974400 w 18288000"/>
              <a:gd name="connsiteY945" fmla="*/ 5545535 h 10298851"/>
              <a:gd name="connsiteX946" fmla="*/ 10060204 w 18288000"/>
              <a:gd name="connsiteY946" fmla="*/ 6337752 h 10298851"/>
              <a:gd name="connsiteX947" fmla="*/ 10060204 w 18288000"/>
              <a:gd name="connsiteY947" fmla="*/ 7129970 h 10298851"/>
              <a:gd name="connsiteX948" fmla="*/ 10060204 w 18288000"/>
              <a:gd name="connsiteY948" fmla="*/ 6337752 h 10298851"/>
              <a:gd name="connsiteX949" fmla="*/ 10974400 w 18288000"/>
              <a:gd name="connsiteY949" fmla="*/ 6337752 h 10298851"/>
              <a:gd name="connsiteX950" fmla="*/ 10060204 w 18288000"/>
              <a:gd name="connsiteY950" fmla="*/ 7129970 h 10298851"/>
              <a:gd name="connsiteX951" fmla="*/ 10060204 w 18288000"/>
              <a:gd name="connsiteY951" fmla="*/ 7922187 h 10298851"/>
              <a:gd name="connsiteX952" fmla="*/ 10060204 w 18288000"/>
              <a:gd name="connsiteY952" fmla="*/ 7129970 h 10298851"/>
              <a:gd name="connsiteX953" fmla="*/ 10974400 w 18288000"/>
              <a:gd name="connsiteY953" fmla="*/ 7129970 h 10298851"/>
              <a:gd name="connsiteX954" fmla="*/ 10060204 w 18288000"/>
              <a:gd name="connsiteY954" fmla="*/ 7922187 h 10298851"/>
              <a:gd name="connsiteX955" fmla="*/ 10060204 w 18288000"/>
              <a:gd name="connsiteY955" fmla="*/ 8714416 h 10298851"/>
              <a:gd name="connsiteX956" fmla="*/ 10060204 w 18288000"/>
              <a:gd name="connsiteY956" fmla="*/ 7922187 h 10298851"/>
              <a:gd name="connsiteX957" fmla="*/ 10974400 w 18288000"/>
              <a:gd name="connsiteY957" fmla="*/ 7922187 h 10298851"/>
              <a:gd name="connsiteX958" fmla="*/ 10060204 w 18288000"/>
              <a:gd name="connsiteY958" fmla="*/ 8714416 h 10298851"/>
              <a:gd name="connsiteX959" fmla="*/ 10060204 w 18288000"/>
              <a:gd name="connsiteY959" fmla="*/ 9506634 h 10298851"/>
              <a:gd name="connsiteX960" fmla="*/ 10060204 w 18288000"/>
              <a:gd name="connsiteY960" fmla="*/ 8714416 h 10298851"/>
              <a:gd name="connsiteX961" fmla="*/ 10974400 w 18288000"/>
              <a:gd name="connsiteY961" fmla="*/ 8714416 h 10298851"/>
              <a:gd name="connsiteX962" fmla="*/ 10060204 w 18288000"/>
              <a:gd name="connsiteY962" fmla="*/ 9506634 h 10298851"/>
              <a:gd name="connsiteX963" fmla="*/ 10060204 w 18288000"/>
              <a:gd name="connsiteY963" fmla="*/ 10298851 h 10298851"/>
              <a:gd name="connsiteX964" fmla="*/ 10060204 w 18288000"/>
              <a:gd name="connsiteY964" fmla="*/ 9506634 h 10298851"/>
              <a:gd name="connsiteX965" fmla="*/ 10974400 w 18288000"/>
              <a:gd name="connsiteY965" fmla="*/ 9506634 h 10298851"/>
              <a:gd name="connsiteX966" fmla="*/ 10060204 w 18288000"/>
              <a:gd name="connsiteY966" fmla="*/ 10298851 h 10298851"/>
              <a:gd name="connsiteX967" fmla="*/ 10974400 w 18288000"/>
              <a:gd name="connsiteY967" fmla="*/ 10298851 h 10298851"/>
              <a:gd name="connsiteX968" fmla="*/ 12802743 w 18288000"/>
              <a:gd name="connsiteY968" fmla="*/ 0 h 10298851"/>
              <a:gd name="connsiteX969" fmla="*/ 12802743 w 18288000"/>
              <a:gd name="connsiteY969" fmla="*/ 792220 h 10298851"/>
              <a:gd name="connsiteX970" fmla="*/ 12802743 w 18288000"/>
              <a:gd name="connsiteY970" fmla="*/ 0 h 10298851"/>
              <a:gd name="connsiteX971" fmla="*/ 11888597 w 18288000"/>
              <a:gd name="connsiteY971" fmla="*/ 0 h 10298851"/>
              <a:gd name="connsiteX972" fmla="*/ 12802743 w 18288000"/>
              <a:gd name="connsiteY972" fmla="*/ 0 h 10298851"/>
              <a:gd name="connsiteX973" fmla="*/ 13717015 w 18288000"/>
              <a:gd name="connsiteY973" fmla="*/ 0 h 10298851"/>
              <a:gd name="connsiteX974" fmla="*/ 12802743 w 18288000"/>
              <a:gd name="connsiteY974" fmla="*/ 792220 h 10298851"/>
              <a:gd name="connsiteX975" fmla="*/ 12802743 w 18288000"/>
              <a:gd name="connsiteY975" fmla="*/ 1584435 h 10298851"/>
              <a:gd name="connsiteX976" fmla="*/ 12802743 w 18288000"/>
              <a:gd name="connsiteY976" fmla="*/ 792220 h 10298851"/>
              <a:gd name="connsiteX977" fmla="*/ 11888597 w 18288000"/>
              <a:gd name="connsiteY977" fmla="*/ 792220 h 10298851"/>
              <a:gd name="connsiteX978" fmla="*/ 12802743 w 18288000"/>
              <a:gd name="connsiteY978" fmla="*/ 792220 h 10298851"/>
              <a:gd name="connsiteX979" fmla="*/ 13717015 w 18288000"/>
              <a:gd name="connsiteY979" fmla="*/ 792220 h 10298851"/>
              <a:gd name="connsiteX980" fmla="*/ 12802743 w 18288000"/>
              <a:gd name="connsiteY980" fmla="*/ 1584435 h 10298851"/>
              <a:gd name="connsiteX981" fmla="*/ 12802743 w 18288000"/>
              <a:gd name="connsiteY981" fmla="*/ 2376653 h 10298851"/>
              <a:gd name="connsiteX982" fmla="*/ 12802743 w 18288000"/>
              <a:gd name="connsiteY982" fmla="*/ 1584435 h 10298851"/>
              <a:gd name="connsiteX983" fmla="*/ 11888597 w 18288000"/>
              <a:gd name="connsiteY983" fmla="*/ 1584435 h 10298851"/>
              <a:gd name="connsiteX984" fmla="*/ 12802743 w 18288000"/>
              <a:gd name="connsiteY984" fmla="*/ 1584435 h 10298851"/>
              <a:gd name="connsiteX985" fmla="*/ 13717015 w 18288000"/>
              <a:gd name="connsiteY985" fmla="*/ 1584435 h 10298851"/>
              <a:gd name="connsiteX986" fmla="*/ 12802743 w 18288000"/>
              <a:gd name="connsiteY986" fmla="*/ 2376653 h 10298851"/>
              <a:gd name="connsiteX987" fmla="*/ 12802743 w 18288000"/>
              <a:gd name="connsiteY987" fmla="*/ 3168882 h 10298851"/>
              <a:gd name="connsiteX988" fmla="*/ 12802743 w 18288000"/>
              <a:gd name="connsiteY988" fmla="*/ 2376653 h 10298851"/>
              <a:gd name="connsiteX989" fmla="*/ 11888597 w 18288000"/>
              <a:gd name="connsiteY989" fmla="*/ 2376653 h 10298851"/>
              <a:gd name="connsiteX990" fmla="*/ 12802743 w 18288000"/>
              <a:gd name="connsiteY990" fmla="*/ 2376653 h 10298851"/>
              <a:gd name="connsiteX991" fmla="*/ 13717015 w 18288000"/>
              <a:gd name="connsiteY991" fmla="*/ 2376653 h 10298851"/>
              <a:gd name="connsiteX992" fmla="*/ 12802743 w 18288000"/>
              <a:gd name="connsiteY992" fmla="*/ 3168882 h 10298851"/>
              <a:gd name="connsiteX993" fmla="*/ 12802743 w 18288000"/>
              <a:gd name="connsiteY993" fmla="*/ 3961099 h 10298851"/>
              <a:gd name="connsiteX994" fmla="*/ 12802743 w 18288000"/>
              <a:gd name="connsiteY994" fmla="*/ 3168882 h 10298851"/>
              <a:gd name="connsiteX995" fmla="*/ 11888597 w 18288000"/>
              <a:gd name="connsiteY995" fmla="*/ 3168882 h 10298851"/>
              <a:gd name="connsiteX996" fmla="*/ 12802743 w 18288000"/>
              <a:gd name="connsiteY996" fmla="*/ 3168882 h 10298851"/>
              <a:gd name="connsiteX997" fmla="*/ 13717015 w 18288000"/>
              <a:gd name="connsiteY997" fmla="*/ 3168882 h 10298851"/>
              <a:gd name="connsiteX998" fmla="*/ 12802743 w 18288000"/>
              <a:gd name="connsiteY998" fmla="*/ 3961099 h 10298851"/>
              <a:gd name="connsiteX999" fmla="*/ 12802743 w 18288000"/>
              <a:gd name="connsiteY999" fmla="*/ 4753317 h 10298851"/>
              <a:gd name="connsiteX1000" fmla="*/ 12802743 w 18288000"/>
              <a:gd name="connsiteY1000" fmla="*/ 3961099 h 10298851"/>
              <a:gd name="connsiteX1001" fmla="*/ 11888597 w 18288000"/>
              <a:gd name="connsiteY1001" fmla="*/ 3961099 h 10298851"/>
              <a:gd name="connsiteX1002" fmla="*/ 12802743 w 18288000"/>
              <a:gd name="connsiteY1002" fmla="*/ 3961099 h 10298851"/>
              <a:gd name="connsiteX1003" fmla="*/ 13717015 w 18288000"/>
              <a:gd name="connsiteY1003" fmla="*/ 3961099 h 10298851"/>
              <a:gd name="connsiteX1004" fmla="*/ 12802743 w 18288000"/>
              <a:gd name="connsiteY1004" fmla="*/ 4753317 h 10298851"/>
              <a:gd name="connsiteX1005" fmla="*/ 12802743 w 18288000"/>
              <a:gd name="connsiteY1005" fmla="*/ 5545535 h 10298851"/>
              <a:gd name="connsiteX1006" fmla="*/ 12802743 w 18288000"/>
              <a:gd name="connsiteY1006" fmla="*/ 4753317 h 10298851"/>
              <a:gd name="connsiteX1007" fmla="*/ 11888597 w 18288000"/>
              <a:gd name="connsiteY1007" fmla="*/ 4753317 h 10298851"/>
              <a:gd name="connsiteX1008" fmla="*/ 12802743 w 18288000"/>
              <a:gd name="connsiteY1008" fmla="*/ 4753317 h 10298851"/>
              <a:gd name="connsiteX1009" fmla="*/ 13717015 w 18288000"/>
              <a:gd name="connsiteY1009" fmla="*/ 4753317 h 10298851"/>
              <a:gd name="connsiteX1010" fmla="*/ 12802743 w 18288000"/>
              <a:gd name="connsiteY1010" fmla="*/ 5545535 h 10298851"/>
              <a:gd name="connsiteX1011" fmla="*/ 12802743 w 18288000"/>
              <a:gd name="connsiteY1011" fmla="*/ 6337752 h 10298851"/>
              <a:gd name="connsiteX1012" fmla="*/ 12802743 w 18288000"/>
              <a:gd name="connsiteY1012" fmla="*/ 5545535 h 10298851"/>
              <a:gd name="connsiteX1013" fmla="*/ 11888597 w 18288000"/>
              <a:gd name="connsiteY1013" fmla="*/ 5545535 h 10298851"/>
              <a:gd name="connsiteX1014" fmla="*/ 12802743 w 18288000"/>
              <a:gd name="connsiteY1014" fmla="*/ 5545535 h 10298851"/>
              <a:gd name="connsiteX1015" fmla="*/ 13717015 w 18288000"/>
              <a:gd name="connsiteY1015" fmla="*/ 5545535 h 10298851"/>
              <a:gd name="connsiteX1016" fmla="*/ 12802743 w 18288000"/>
              <a:gd name="connsiteY1016" fmla="*/ 6337752 h 10298851"/>
              <a:gd name="connsiteX1017" fmla="*/ 12802743 w 18288000"/>
              <a:gd name="connsiteY1017" fmla="*/ 7129970 h 10298851"/>
              <a:gd name="connsiteX1018" fmla="*/ 12802743 w 18288000"/>
              <a:gd name="connsiteY1018" fmla="*/ 6337752 h 10298851"/>
              <a:gd name="connsiteX1019" fmla="*/ 11888597 w 18288000"/>
              <a:gd name="connsiteY1019" fmla="*/ 6337752 h 10298851"/>
              <a:gd name="connsiteX1020" fmla="*/ 12802743 w 18288000"/>
              <a:gd name="connsiteY1020" fmla="*/ 6337752 h 10298851"/>
              <a:gd name="connsiteX1021" fmla="*/ 13717015 w 18288000"/>
              <a:gd name="connsiteY1021" fmla="*/ 6337752 h 10298851"/>
              <a:gd name="connsiteX1022" fmla="*/ 12802743 w 18288000"/>
              <a:gd name="connsiteY1022" fmla="*/ 7129970 h 10298851"/>
              <a:gd name="connsiteX1023" fmla="*/ 12802743 w 18288000"/>
              <a:gd name="connsiteY1023" fmla="*/ 7922199 h 10298851"/>
              <a:gd name="connsiteX1024" fmla="*/ 12802743 w 18288000"/>
              <a:gd name="connsiteY1024" fmla="*/ 7129970 h 10298851"/>
              <a:gd name="connsiteX1025" fmla="*/ 11888597 w 18288000"/>
              <a:gd name="connsiteY1025" fmla="*/ 7129970 h 10298851"/>
              <a:gd name="connsiteX1026" fmla="*/ 12802743 w 18288000"/>
              <a:gd name="connsiteY1026" fmla="*/ 7129970 h 10298851"/>
              <a:gd name="connsiteX1027" fmla="*/ 13717015 w 18288000"/>
              <a:gd name="connsiteY1027" fmla="*/ 7129970 h 10298851"/>
              <a:gd name="connsiteX1028" fmla="*/ 12802743 w 18288000"/>
              <a:gd name="connsiteY1028" fmla="*/ 7922199 h 10298851"/>
              <a:gd name="connsiteX1029" fmla="*/ 12802743 w 18288000"/>
              <a:gd name="connsiteY1029" fmla="*/ 8714416 h 10298851"/>
              <a:gd name="connsiteX1030" fmla="*/ 12802743 w 18288000"/>
              <a:gd name="connsiteY1030" fmla="*/ 7922199 h 10298851"/>
              <a:gd name="connsiteX1031" fmla="*/ 11888597 w 18288000"/>
              <a:gd name="connsiteY1031" fmla="*/ 7922187 h 10298851"/>
              <a:gd name="connsiteX1032" fmla="*/ 12802743 w 18288000"/>
              <a:gd name="connsiteY1032" fmla="*/ 7922199 h 10298851"/>
              <a:gd name="connsiteX1033" fmla="*/ 13717015 w 18288000"/>
              <a:gd name="connsiteY1033" fmla="*/ 7922199 h 10298851"/>
              <a:gd name="connsiteX1034" fmla="*/ 12802743 w 18288000"/>
              <a:gd name="connsiteY1034" fmla="*/ 8714416 h 10298851"/>
              <a:gd name="connsiteX1035" fmla="*/ 12802743 w 18288000"/>
              <a:gd name="connsiteY1035" fmla="*/ 9506634 h 10298851"/>
              <a:gd name="connsiteX1036" fmla="*/ 12802743 w 18288000"/>
              <a:gd name="connsiteY1036" fmla="*/ 8714416 h 10298851"/>
              <a:gd name="connsiteX1037" fmla="*/ 11888597 w 18288000"/>
              <a:gd name="connsiteY1037" fmla="*/ 8714416 h 10298851"/>
              <a:gd name="connsiteX1038" fmla="*/ 12802743 w 18288000"/>
              <a:gd name="connsiteY1038" fmla="*/ 8714416 h 10298851"/>
              <a:gd name="connsiteX1039" fmla="*/ 13717015 w 18288000"/>
              <a:gd name="connsiteY1039" fmla="*/ 8714416 h 10298851"/>
              <a:gd name="connsiteX1040" fmla="*/ 12802743 w 18288000"/>
              <a:gd name="connsiteY1040" fmla="*/ 9506634 h 10298851"/>
              <a:gd name="connsiteX1041" fmla="*/ 12802743 w 18288000"/>
              <a:gd name="connsiteY1041" fmla="*/ 10298851 h 10298851"/>
              <a:gd name="connsiteX1042" fmla="*/ 12802743 w 18288000"/>
              <a:gd name="connsiteY1042" fmla="*/ 9506634 h 10298851"/>
              <a:gd name="connsiteX1043" fmla="*/ 11888597 w 18288000"/>
              <a:gd name="connsiteY1043" fmla="*/ 9506634 h 10298851"/>
              <a:gd name="connsiteX1044" fmla="*/ 12802743 w 18288000"/>
              <a:gd name="connsiteY1044" fmla="*/ 9506634 h 10298851"/>
              <a:gd name="connsiteX1045" fmla="*/ 13717015 w 18288000"/>
              <a:gd name="connsiteY1045" fmla="*/ 9506634 h 10298851"/>
              <a:gd name="connsiteX1046" fmla="*/ 12802743 w 18288000"/>
              <a:gd name="connsiteY1046" fmla="*/ 10298851 h 10298851"/>
              <a:gd name="connsiteX1047" fmla="*/ 11888597 w 18288000"/>
              <a:gd name="connsiteY1047" fmla="*/ 10298851 h 10298851"/>
              <a:gd name="connsiteX1048" fmla="*/ 12802743 w 18288000"/>
              <a:gd name="connsiteY1048" fmla="*/ 10298851 h 10298851"/>
              <a:gd name="connsiteX1049" fmla="*/ 13717015 w 18288000"/>
              <a:gd name="connsiteY1049" fmla="*/ 10298851 h 10298851"/>
              <a:gd name="connsiteX1050" fmla="*/ 15545436 w 18288000"/>
              <a:gd name="connsiteY1050" fmla="*/ 0 h 10298851"/>
              <a:gd name="connsiteX1051" fmla="*/ 15545436 w 18288000"/>
              <a:gd name="connsiteY1051" fmla="*/ 792220 h 10298851"/>
              <a:gd name="connsiteX1052" fmla="*/ 15545436 w 18288000"/>
              <a:gd name="connsiteY1052" fmla="*/ 0 h 10298851"/>
              <a:gd name="connsiteX1053" fmla="*/ 14631163 w 18288000"/>
              <a:gd name="connsiteY1053" fmla="*/ 0 h 10298851"/>
              <a:gd name="connsiteX1054" fmla="*/ 15545436 w 18288000"/>
              <a:gd name="connsiteY1054" fmla="*/ 0 h 10298851"/>
              <a:gd name="connsiteX1055" fmla="*/ 16459581 w 18288000"/>
              <a:gd name="connsiteY1055" fmla="*/ 0 h 10298851"/>
              <a:gd name="connsiteX1056" fmla="*/ 15545436 w 18288000"/>
              <a:gd name="connsiteY1056" fmla="*/ 792220 h 10298851"/>
              <a:gd name="connsiteX1057" fmla="*/ 15545436 w 18288000"/>
              <a:gd name="connsiteY1057" fmla="*/ 1584435 h 10298851"/>
              <a:gd name="connsiteX1058" fmla="*/ 15545436 w 18288000"/>
              <a:gd name="connsiteY1058" fmla="*/ 792220 h 10298851"/>
              <a:gd name="connsiteX1059" fmla="*/ 14631163 w 18288000"/>
              <a:gd name="connsiteY1059" fmla="*/ 792220 h 10298851"/>
              <a:gd name="connsiteX1060" fmla="*/ 15545436 w 18288000"/>
              <a:gd name="connsiteY1060" fmla="*/ 792220 h 10298851"/>
              <a:gd name="connsiteX1061" fmla="*/ 16459581 w 18288000"/>
              <a:gd name="connsiteY1061" fmla="*/ 792220 h 10298851"/>
              <a:gd name="connsiteX1062" fmla="*/ 15545436 w 18288000"/>
              <a:gd name="connsiteY1062" fmla="*/ 1584435 h 10298851"/>
              <a:gd name="connsiteX1063" fmla="*/ 15545436 w 18288000"/>
              <a:gd name="connsiteY1063" fmla="*/ 2376653 h 10298851"/>
              <a:gd name="connsiteX1064" fmla="*/ 15545436 w 18288000"/>
              <a:gd name="connsiteY1064" fmla="*/ 1584435 h 10298851"/>
              <a:gd name="connsiteX1065" fmla="*/ 14631163 w 18288000"/>
              <a:gd name="connsiteY1065" fmla="*/ 1584435 h 10298851"/>
              <a:gd name="connsiteX1066" fmla="*/ 15545436 w 18288000"/>
              <a:gd name="connsiteY1066" fmla="*/ 1584435 h 10298851"/>
              <a:gd name="connsiteX1067" fmla="*/ 16459581 w 18288000"/>
              <a:gd name="connsiteY1067" fmla="*/ 1584435 h 10298851"/>
              <a:gd name="connsiteX1068" fmla="*/ 15545436 w 18288000"/>
              <a:gd name="connsiteY1068" fmla="*/ 2376653 h 10298851"/>
              <a:gd name="connsiteX1069" fmla="*/ 15545436 w 18288000"/>
              <a:gd name="connsiteY1069" fmla="*/ 3168882 h 10298851"/>
              <a:gd name="connsiteX1070" fmla="*/ 15545436 w 18288000"/>
              <a:gd name="connsiteY1070" fmla="*/ 2376653 h 10298851"/>
              <a:gd name="connsiteX1071" fmla="*/ 14631163 w 18288000"/>
              <a:gd name="connsiteY1071" fmla="*/ 2376653 h 10298851"/>
              <a:gd name="connsiteX1072" fmla="*/ 15545436 w 18288000"/>
              <a:gd name="connsiteY1072" fmla="*/ 2376653 h 10298851"/>
              <a:gd name="connsiteX1073" fmla="*/ 16459581 w 18288000"/>
              <a:gd name="connsiteY1073" fmla="*/ 2376653 h 10298851"/>
              <a:gd name="connsiteX1074" fmla="*/ 15545436 w 18288000"/>
              <a:gd name="connsiteY1074" fmla="*/ 3168882 h 10298851"/>
              <a:gd name="connsiteX1075" fmla="*/ 15545436 w 18288000"/>
              <a:gd name="connsiteY1075" fmla="*/ 3961099 h 10298851"/>
              <a:gd name="connsiteX1076" fmla="*/ 15545436 w 18288000"/>
              <a:gd name="connsiteY1076" fmla="*/ 3168882 h 10298851"/>
              <a:gd name="connsiteX1077" fmla="*/ 14631163 w 18288000"/>
              <a:gd name="connsiteY1077" fmla="*/ 3168882 h 10298851"/>
              <a:gd name="connsiteX1078" fmla="*/ 15545436 w 18288000"/>
              <a:gd name="connsiteY1078" fmla="*/ 3168882 h 10298851"/>
              <a:gd name="connsiteX1079" fmla="*/ 16459581 w 18288000"/>
              <a:gd name="connsiteY1079" fmla="*/ 3168882 h 10298851"/>
              <a:gd name="connsiteX1080" fmla="*/ 15545436 w 18288000"/>
              <a:gd name="connsiteY1080" fmla="*/ 3961099 h 10298851"/>
              <a:gd name="connsiteX1081" fmla="*/ 15545436 w 18288000"/>
              <a:gd name="connsiteY1081" fmla="*/ 4753317 h 10298851"/>
              <a:gd name="connsiteX1082" fmla="*/ 15545436 w 18288000"/>
              <a:gd name="connsiteY1082" fmla="*/ 3961099 h 10298851"/>
              <a:gd name="connsiteX1083" fmla="*/ 14631163 w 18288000"/>
              <a:gd name="connsiteY1083" fmla="*/ 3961099 h 10298851"/>
              <a:gd name="connsiteX1084" fmla="*/ 15545436 w 18288000"/>
              <a:gd name="connsiteY1084" fmla="*/ 3961099 h 10298851"/>
              <a:gd name="connsiteX1085" fmla="*/ 16459581 w 18288000"/>
              <a:gd name="connsiteY1085" fmla="*/ 3961099 h 10298851"/>
              <a:gd name="connsiteX1086" fmla="*/ 15545436 w 18288000"/>
              <a:gd name="connsiteY1086" fmla="*/ 4753317 h 10298851"/>
              <a:gd name="connsiteX1087" fmla="*/ 15545436 w 18288000"/>
              <a:gd name="connsiteY1087" fmla="*/ 5545535 h 10298851"/>
              <a:gd name="connsiteX1088" fmla="*/ 15545436 w 18288000"/>
              <a:gd name="connsiteY1088" fmla="*/ 4753317 h 10298851"/>
              <a:gd name="connsiteX1089" fmla="*/ 14631163 w 18288000"/>
              <a:gd name="connsiteY1089" fmla="*/ 4753317 h 10298851"/>
              <a:gd name="connsiteX1090" fmla="*/ 15545436 w 18288000"/>
              <a:gd name="connsiteY1090" fmla="*/ 4753317 h 10298851"/>
              <a:gd name="connsiteX1091" fmla="*/ 16459581 w 18288000"/>
              <a:gd name="connsiteY1091" fmla="*/ 4753317 h 10298851"/>
              <a:gd name="connsiteX1092" fmla="*/ 15545436 w 18288000"/>
              <a:gd name="connsiteY1092" fmla="*/ 5545535 h 10298851"/>
              <a:gd name="connsiteX1093" fmla="*/ 15545436 w 18288000"/>
              <a:gd name="connsiteY1093" fmla="*/ 6337752 h 10298851"/>
              <a:gd name="connsiteX1094" fmla="*/ 15545436 w 18288000"/>
              <a:gd name="connsiteY1094" fmla="*/ 5545535 h 10298851"/>
              <a:gd name="connsiteX1095" fmla="*/ 14631163 w 18288000"/>
              <a:gd name="connsiteY1095" fmla="*/ 5545535 h 10298851"/>
              <a:gd name="connsiteX1096" fmla="*/ 15545436 w 18288000"/>
              <a:gd name="connsiteY1096" fmla="*/ 5545535 h 10298851"/>
              <a:gd name="connsiteX1097" fmla="*/ 16459581 w 18288000"/>
              <a:gd name="connsiteY1097" fmla="*/ 5545535 h 10298851"/>
              <a:gd name="connsiteX1098" fmla="*/ 15545436 w 18288000"/>
              <a:gd name="connsiteY1098" fmla="*/ 6337752 h 10298851"/>
              <a:gd name="connsiteX1099" fmla="*/ 15545436 w 18288000"/>
              <a:gd name="connsiteY1099" fmla="*/ 7129970 h 10298851"/>
              <a:gd name="connsiteX1100" fmla="*/ 15545436 w 18288000"/>
              <a:gd name="connsiteY1100" fmla="*/ 6337752 h 10298851"/>
              <a:gd name="connsiteX1101" fmla="*/ 14631163 w 18288000"/>
              <a:gd name="connsiteY1101" fmla="*/ 6337752 h 10298851"/>
              <a:gd name="connsiteX1102" fmla="*/ 15545436 w 18288000"/>
              <a:gd name="connsiteY1102" fmla="*/ 6337752 h 10298851"/>
              <a:gd name="connsiteX1103" fmla="*/ 16459581 w 18288000"/>
              <a:gd name="connsiteY1103" fmla="*/ 6337752 h 10298851"/>
              <a:gd name="connsiteX1104" fmla="*/ 15545436 w 18288000"/>
              <a:gd name="connsiteY1104" fmla="*/ 7129970 h 10298851"/>
              <a:gd name="connsiteX1105" fmla="*/ 15545436 w 18288000"/>
              <a:gd name="connsiteY1105" fmla="*/ 7922199 h 10298851"/>
              <a:gd name="connsiteX1106" fmla="*/ 15545436 w 18288000"/>
              <a:gd name="connsiteY1106" fmla="*/ 7129970 h 10298851"/>
              <a:gd name="connsiteX1107" fmla="*/ 14631163 w 18288000"/>
              <a:gd name="connsiteY1107" fmla="*/ 7129970 h 10298851"/>
              <a:gd name="connsiteX1108" fmla="*/ 15545436 w 18288000"/>
              <a:gd name="connsiteY1108" fmla="*/ 7129970 h 10298851"/>
              <a:gd name="connsiteX1109" fmla="*/ 16459581 w 18288000"/>
              <a:gd name="connsiteY1109" fmla="*/ 7129970 h 10298851"/>
              <a:gd name="connsiteX1110" fmla="*/ 15545436 w 18288000"/>
              <a:gd name="connsiteY1110" fmla="*/ 7922199 h 10298851"/>
              <a:gd name="connsiteX1111" fmla="*/ 15545436 w 18288000"/>
              <a:gd name="connsiteY1111" fmla="*/ 8714416 h 10298851"/>
              <a:gd name="connsiteX1112" fmla="*/ 15545436 w 18288000"/>
              <a:gd name="connsiteY1112" fmla="*/ 7922199 h 10298851"/>
              <a:gd name="connsiteX1113" fmla="*/ 14631163 w 18288000"/>
              <a:gd name="connsiteY1113" fmla="*/ 7922199 h 10298851"/>
              <a:gd name="connsiteX1114" fmla="*/ 15545436 w 18288000"/>
              <a:gd name="connsiteY1114" fmla="*/ 7922199 h 10298851"/>
              <a:gd name="connsiteX1115" fmla="*/ 16459581 w 18288000"/>
              <a:gd name="connsiteY1115" fmla="*/ 7922199 h 10298851"/>
              <a:gd name="connsiteX1116" fmla="*/ 15545436 w 18288000"/>
              <a:gd name="connsiteY1116" fmla="*/ 8714416 h 10298851"/>
              <a:gd name="connsiteX1117" fmla="*/ 15545436 w 18288000"/>
              <a:gd name="connsiteY1117" fmla="*/ 9506634 h 10298851"/>
              <a:gd name="connsiteX1118" fmla="*/ 15545436 w 18288000"/>
              <a:gd name="connsiteY1118" fmla="*/ 8714416 h 10298851"/>
              <a:gd name="connsiteX1119" fmla="*/ 14631163 w 18288000"/>
              <a:gd name="connsiteY1119" fmla="*/ 8714416 h 10298851"/>
              <a:gd name="connsiteX1120" fmla="*/ 15545436 w 18288000"/>
              <a:gd name="connsiteY1120" fmla="*/ 8714416 h 10298851"/>
              <a:gd name="connsiteX1121" fmla="*/ 16459581 w 18288000"/>
              <a:gd name="connsiteY1121" fmla="*/ 8714416 h 10298851"/>
              <a:gd name="connsiteX1122" fmla="*/ 15545436 w 18288000"/>
              <a:gd name="connsiteY1122" fmla="*/ 9506634 h 10298851"/>
              <a:gd name="connsiteX1123" fmla="*/ 15545436 w 18288000"/>
              <a:gd name="connsiteY1123" fmla="*/ 10298851 h 10298851"/>
              <a:gd name="connsiteX1124" fmla="*/ 15545436 w 18288000"/>
              <a:gd name="connsiteY1124" fmla="*/ 9506634 h 10298851"/>
              <a:gd name="connsiteX1125" fmla="*/ 14631163 w 18288000"/>
              <a:gd name="connsiteY1125" fmla="*/ 9506634 h 10298851"/>
              <a:gd name="connsiteX1126" fmla="*/ 15545436 w 18288000"/>
              <a:gd name="connsiteY1126" fmla="*/ 9506634 h 10298851"/>
              <a:gd name="connsiteX1127" fmla="*/ 16459581 w 18288000"/>
              <a:gd name="connsiteY1127" fmla="*/ 9506634 h 10298851"/>
              <a:gd name="connsiteX1128" fmla="*/ 15545436 w 18288000"/>
              <a:gd name="connsiteY1128" fmla="*/ 10298851 h 10298851"/>
              <a:gd name="connsiteX1129" fmla="*/ 14631163 w 18288000"/>
              <a:gd name="connsiteY1129" fmla="*/ 10298851 h 10298851"/>
              <a:gd name="connsiteX1130" fmla="*/ 15545436 w 18288000"/>
              <a:gd name="connsiteY1130" fmla="*/ 10298851 h 10298851"/>
              <a:gd name="connsiteX1131" fmla="*/ 16459581 w 18288000"/>
              <a:gd name="connsiteY1131" fmla="*/ 10298851 h 10298851"/>
              <a:gd name="connsiteX1132" fmla="*/ 10974400 w 18288000"/>
              <a:gd name="connsiteY1132" fmla="*/ 0 h 10298851"/>
              <a:gd name="connsiteX1133" fmla="*/ 10974400 w 18288000"/>
              <a:gd name="connsiteY1133" fmla="*/ 792220 h 10298851"/>
              <a:gd name="connsiteX1134" fmla="*/ 10974400 w 18288000"/>
              <a:gd name="connsiteY1134" fmla="*/ 0 h 10298851"/>
              <a:gd name="connsiteX1135" fmla="*/ 11888597 w 18288000"/>
              <a:gd name="connsiteY1135" fmla="*/ 0 h 10298851"/>
              <a:gd name="connsiteX1136" fmla="*/ 10974400 w 18288000"/>
              <a:gd name="connsiteY1136" fmla="*/ 792220 h 10298851"/>
              <a:gd name="connsiteX1137" fmla="*/ 10974400 w 18288000"/>
              <a:gd name="connsiteY1137" fmla="*/ 1584435 h 10298851"/>
              <a:gd name="connsiteX1138" fmla="*/ 10974400 w 18288000"/>
              <a:gd name="connsiteY1138" fmla="*/ 792220 h 10298851"/>
              <a:gd name="connsiteX1139" fmla="*/ 11888597 w 18288000"/>
              <a:gd name="connsiteY1139" fmla="*/ 792220 h 10298851"/>
              <a:gd name="connsiteX1140" fmla="*/ 10974400 w 18288000"/>
              <a:gd name="connsiteY1140" fmla="*/ 1584435 h 10298851"/>
              <a:gd name="connsiteX1141" fmla="*/ 10974400 w 18288000"/>
              <a:gd name="connsiteY1141" fmla="*/ 2376653 h 10298851"/>
              <a:gd name="connsiteX1142" fmla="*/ 10974400 w 18288000"/>
              <a:gd name="connsiteY1142" fmla="*/ 1584435 h 10298851"/>
              <a:gd name="connsiteX1143" fmla="*/ 11888597 w 18288000"/>
              <a:gd name="connsiteY1143" fmla="*/ 1584435 h 10298851"/>
              <a:gd name="connsiteX1144" fmla="*/ 10974400 w 18288000"/>
              <a:gd name="connsiteY1144" fmla="*/ 2376653 h 10298851"/>
              <a:gd name="connsiteX1145" fmla="*/ 10974400 w 18288000"/>
              <a:gd name="connsiteY1145" fmla="*/ 3168882 h 10298851"/>
              <a:gd name="connsiteX1146" fmla="*/ 10974400 w 18288000"/>
              <a:gd name="connsiteY1146" fmla="*/ 2376653 h 10298851"/>
              <a:gd name="connsiteX1147" fmla="*/ 11888597 w 18288000"/>
              <a:gd name="connsiteY1147" fmla="*/ 2376653 h 10298851"/>
              <a:gd name="connsiteX1148" fmla="*/ 10974400 w 18288000"/>
              <a:gd name="connsiteY1148" fmla="*/ 3168882 h 10298851"/>
              <a:gd name="connsiteX1149" fmla="*/ 10974400 w 18288000"/>
              <a:gd name="connsiteY1149" fmla="*/ 3961099 h 10298851"/>
              <a:gd name="connsiteX1150" fmla="*/ 10974400 w 18288000"/>
              <a:gd name="connsiteY1150" fmla="*/ 3168882 h 10298851"/>
              <a:gd name="connsiteX1151" fmla="*/ 11888597 w 18288000"/>
              <a:gd name="connsiteY1151" fmla="*/ 3168882 h 10298851"/>
              <a:gd name="connsiteX1152" fmla="*/ 10974400 w 18288000"/>
              <a:gd name="connsiteY1152" fmla="*/ 3961099 h 10298851"/>
              <a:gd name="connsiteX1153" fmla="*/ 10974400 w 18288000"/>
              <a:gd name="connsiteY1153" fmla="*/ 4753317 h 10298851"/>
              <a:gd name="connsiteX1154" fmla="*/ 10974400 w 18288000"/>
              <a:gd name="connsiteY1154" fmla="*/ 3961099 h 10298851"/>
              <a:gd name="connsiteX1155" fmla="*/ 11888597 w 18288000"/>
              <a:gd name="connsiteY1155" fmla="*/ 3961099 h 10298851"/>
              <a:gd name="connsiteX1156" fmla="*/ 10974400 w 18288000"/>
              <a:gd name="connsiteY1156" fmla="*/ 4753317 h 10298851"/>
              <a:gd name="connsiteX1157" fmla="*/ 10974400 w 18288000"/>
              <a:gd name="connsiteY1157" fmla="*/ 5545535 h 10298851"/>
              <a:gd name="connsiteX1158" fmla="*/ 10974400 w 18288000"/>
              <a:gd name="connsiteY1158" fmla="*/ 4753317 h 10298851"/>
              <a:gd name="connsiteX1159" fmla="*/ 11888597 w 18288000"/>
              <a:gd name="connsiteY1159" fmla="*/ 4753317 h 10298851"/>
              <a:gd name="connsiteX1160" fmla="*/ 10974400 w 18288000"/>
              <a:gd name="connsiteY1160" fmla="*/ 5545535 h 10298851"/>
              <a:gd name="connsiteX1161" fmla="*/ 10974400 w 18288000"/>
              <a:gd name="connsiteY1161" fmla="*/ 6337752 h 10298851"/>
              <a:gd name="connsiteX1162" fmla="*/ 10974400 w 18288000"/>
              <a:gd name="connsiteY1162" fmla="*/ 5545535 h 10298851"/>
              <a:gd name="connsiteX1163" fmla="*/ 11888597 w 18288000"/>
              <a:gd name="connsiteY1163" fmla="*/ 5545535 h 10298851"/>
              <a:gd name="connsiteX1164" fmla="*/ 10974400 w 18288000"/>
              <a:gd name="connsiteY1164" fmla="*/ 6337752 h 10298851"/>
              <a:gd name="connsiteX1165" fmla="*/ 10974400 w 18288000"/>
              <a:gd name="connsiteY1165" fmla="*/ 7129970 h 10298851"/>
              <a:gd name="connsiteX1166" fmla="*/ 10974400 w 18288000"/>
              <a:gd name="connsiteY1166" fmla="*/ 6337752 h 10298851"/>
              <a:gd name="connsiteX1167" fmla="*/ 11888597 w 18288000"/>
              <a:gd name="connsiteY1167" fmla="*/ 6337752 h 10298851"/>
              <a:gd name="connsiteX1168" fmla="*/ 10974400 w 18288000"/>
              <a:gd name="connsiteY1168" fmla="*/ 7129970 h 10298851"/>
              <a:gd name="connsiteX1169" fmla="*/ 10974400 w 18288000"/>
              <a:gd name="connsiteY1169" fmla="*/ 7922187 h 10298851"/>
              <a:gd name="connsiteX1170" fmla="*/ 10974400 w 18288000"/>
              <a:gd name="connsiteY1170" fmla="*/ 7129970 h 10298851"/>
              <a:gd name="connsiteX1171" fmla="*/ 11888597 w 18288000"/>
              <a:gd name="connsiteY1171" fmla="*/ 7129970 h 10298851"/>
              <a:gd name="connsiteX1172" fmla="*/ 10974400 w 18288000"/>
              <a:gd name="connsiteY1172" fmla="*/ 7922187 h 10298851"/>
              <a:gd name="connsiteX1173" fmla="*/ 10974400 w 18288000"/>
              <a:gd name="connsiteY1173" fmla="*/ 8714416 h 10298851"/>
              <a:gd name="connsiteX1174" fmla="*/ 10974400 w 18288000"/>
              <a:gd name="connsiteY1174" fmla="*/ 7922187 h 10298851"/>
              <a:gd name="connsiteX1175" fmla="*/ 11888597 w 18288000"/>
              <a:gd name="connsiteY1175" fmla="*/ 7922187 h 10298851"/>
              <a:gd name="connsiteX1176" fmla="*/ 10974400 w 18288000"/>
              <a:gd name="connsiteY1176" fmla="*/ 8714416 h 10298851"/>
              <a:gd name="connsiteX1177" fmla="*/ 10974400 w 18288000"/>
              <a:gd name="connsiteY1177" fmla="*/ 9506634 h 10298851"/>
              <a:gd name="connsiteX1178" fmla="*/ 10974400 w 18288000"/>
              <a:gd name="connsiteY1178" fmla="*/ 8714416 h 10298851"/>
              <a:gd name="connsiteX1179" fmla="*/ 11888597 w 18288000"/>
              <a:gd name="connsiteY1179" fmla="*/ 8714416 h 10298851"/>
              <a:gd name="connsiteX1180" fmla="*/ 10974400 w 18288000"/>
              <a:gd name="connsiteY1180" fmla="*/ 9506634 h 10298851"/>
              <a:gd name="connsiteX1181" fmla="*/ 10974400 w 18288000"/>
              <a:gd name="connsiteY1181" fmla="*/ 10298851 h 10298851"/>
              <a:gd name="connsiteX1182" fmla="*/ 10974400 w 18288000"/>
              <a:gd name="connsiteY1182" fmla="*/ 9506634 h 10298851"/>
              <a:gd name="connsiteX1183" fmla="*/ 11888597 w 18288000"/>
              <a:gd name="connsiteY1183" fmla="*/ 9506634 h 10298851"/>
              <a:gd name="connsiteX1184" fmla="*/ 10974400 w 18288000"/>
              <a:gd name="connsiteY1184" fmla="*/ 10298851 h 10298851"/>
              <a:gd name="connsiteX1185" fmla="*/ 11888597 w 18288000"/>
              <a:gd name="connsiteY1185" fmla="*/ 10298851 h 10298851"/>
              <a:gd name="connsiteX1186" fmla="*/ 13717015 w 18288000"/>
              <a:gd name="connsiteY1186" fmla="*/ 0 h 10298851"/>
              <a:gd name="connsiteX1187" fmla="*/ 13717015 w 18288000"/>
              <a:gd name="connsiteY1187" fmla="*/ 792220 h 10298851"/>
              <a:gd name="connsiteX1188" fmla="*/ 13717015 w 18288000"/>
              <a:gd name="connsiteY1188" fmla="*/ 0 h 10298851"/>
              <a:gd name="connsiteX1189" fmla="*/ 14631163 w 18288000"/>
              <a:gd name="connsiteY1189" fmla="*/ 0 h 10298851"/>
              <a:gd name="connsiteX1190" fmla="*/ 13717015 w 18288000"/>
              <a:gd name="connsiteY1190" fmla="*/ 792220 h 10298851"/>
              <a:gd name="connsiteX1191" fmla="*/ 13717015 w 18288000"/>
              <a:gd name="connsiteY1191" fmla="*/ 1584435 h 10298851"/>
              <a:gd name="connsiteX1192" fmla="*/ 13717015 w 18288000"/>
              <a:gd name="connsiteY1192" fmla="*/ 792220 h 10298851"/>
              <a:gd name="connsiteX1193" fmla="*/ 14631163 w 18288000"/>
              <a:gd name="connsiteY1193" fmla="*/ 792220 h 10298851"/>
              <a:gd name="connsiteX1194" fmla="*/ 13717015 w 18288000"/>
              <a:gd name="connsiteY1194" fmla="*/ 1584435 h 10298851"/>
              <a:gd name="connsiteX1195" fmla="*/ 13717015 w 18288000"/>
              <a:gd name="connsiteY1195" fmla="*/ 2376653 h 10298851"/>
              <a:gd name="connsiteX1196" fmla="*/ 13717015 w 18288000"/>
              <a:gd name="connsiteY1196" fmla="*/ 1584435 h 10298851"/>
              <a:gd name="connsiteX1197" fmla="*/ 14631163 w 18288000"/>
              <a:gd name="connsiteY1197" fmla="*/ 1584435 h 10298851"/>
              <a:gd name="connsiteX1198" fmla="*/ 13717015 w 18288000"/>
              <a:gd name="connsiteY1198" fmla="*/ 2376653 h 10298851"/>
              <a:gd name="connsiteX1199" fmla="*/ 13717015 w 18288000"/>
              <a:gd name="connsiteY1199" fmla="*/ 3168882 h 10298851"/>
              <a:gd name="connsiteX1200" fmla="*/ 13717015 w 18288000"/>
              <a:gd name="connsiteY1200" fmla="*/ 2376653 h 10298851"/>
              <a:gd name="connsiteX1201" fmla="*/ 14631163 w 18288000"/>
              <a:gd name="connsiteY1201" fmla="*/ 2376653 h 10298851"/>
              <a:gd name="connsiteX1202" fmla="*/ 13717015 w 18288000"/>
              <a:gd name="connsiteY1202" fmla="*/ 3168882 h 10298851"/>
              <a:gd name="connsiteX1203" fmla="*/ 13717015 w 18288000"/>
              <a:gd name="connsiteY1203" fmla="*/ 3961099 h 10298851"/>
              <a:gd name="connsiteX1204" fmla="*/ 13717015 w 18288000"/>
              <a:gd name="connsiteY1204" fmla="*/ 3168882 h 10298851"/>
              <a:gd name="connsiteX1205" fmla="*/ 14631163 w 18288000"/>
              <a:gd name="connsiteY1205" fmla="*/ 3168882 h 10298851"/>
              <a:gd name="connsiteX1206" fmla="*/ 13717015 w 18288000"/>
              <a:gd name="connsiteY1206" fmla="*/ 3961099 h 10298851"/>
              <a:gd name="connsiteX1207" fmla="*/ 13717015 w 18288000"/>
              <a:gd name="connsiteY1207" fmla="*/ 4753317 h 10298851"/>
              <a:gd name="connsiteX1208" fmla="*/ 13717015 w 18288000"/>
              <a:gd name="connsiteY1208" fmla="*/ 3961099 h 10298851"/>
              <a:gd name="connsiteX1209" fmla="*/ 14631163 w 18288000"/>
              <a:gd name="connsiteY1209" fmla="*/ 3961099 h 10298851"/>
              <a:gd name="connsiteX1210" fmla="*/ 13717015 w 18288000"/>
              <a:gd name="connsiteY1210" fmla="*/ 4753317 h 10298851"/>
              <a:gd name="connsiteX1211" fmla="*/ 13717015 w 18288000"/>
              <a:gd name="connsiteY1211" fmla="*/ 5545535 h 10298851"/>
              <a:gd name="connsiteX1212" fmla="*/ 13717015 w 18288000"/>
              <a:gd name="connsiteY1212" fmla="*/ 4753317 h 10298851"/>
              <a:gd name="connsiteX1213" fmla="*/ 14631163 w 18288000"/>
              <a:gd name="connsiteY1213" fmla="*/ 4753317 h 10298851"/>
              <a:gd name="connsiteX1214" fmla="*/ 13717015 w 18288000"/>
              <a:gd name="connsiteY1214" fmla="*/ 5545535 h 10298851"/>
              <a:gd name="connsiteX1215" fmla="*/ 13717015 w 18288000"/>
              <a:gd name="connsiteY1215" fmla="*/ 6337752 h 10298851"/>
              <a:gd name="connsiteX1216" fmla="*/ 13717015 w 18288000"/>
              <a:gd name="connsiteY1216" fmla="*/ 5545535 h 10298851"/>
              <a:gd name="connsiteX1217" fmla="*/ 14631163 w 18288000"/>
              <a:gd name="connsiteY1217" fmla="*/ 5545535 h 10298851"/>
              <a:gd name="connsiteX1218" fmla="*/ 13717015 w 18288000"/>
              <a:gd name="connsiteY1218" fmla="*/ 6337752 h 10298851"/>
              <a:gd name="connsiteX1219" fmla="*/ 13717015 w 18288000"/>
              <a:gd name="connsiteY1219" fmla="*/ 7129970 h 10298851"/>
              <a:gd name="connsiteX1220" fmla="*/ 13717015 w 18288000"/>
              <a:gd name="connsiteY1220" fmla="*/ 6337752 h 10298851"/>
              <a:gd name="connsiteX1221" fmla="*/ 14631163 w 18288000"/>
              <a:gd name="connsiteY1221" fmla="*/ 6337752 h 10298851"/>
              <a:gd name="connsiteX1222" fmla="*/ 13717015 w 18288000"/>
              <a:gd name="connsiteY1222" fmla="*/ 7129970 h 10298851"/>
              <a:gd name="connsiteX1223" fmla="*/ 13717015 w 18288000"/>
              <a:gd name="connsiteY1223" fmla="*/ 7922199 h 10298851"/>
              <a:gd name="connsiteX1224" fmla="*/ 13717015 w 18288000"/>
              <a:gd name="connsiteY1224" fmla="*/ 7129970 h 10298851"/>
              <a:gd name="connsiteX1225" fmla="*/ 14631163 w 18288000"/>
              <a:gd name="connsiteY1225" fmla="*/ 7129970 h 10298851"/>
              <a:gd name="connsiteX1226" fmla="*/ 13717015 w 18288000"/>
              <a:gd name="connsiteY1226" fmla="*/ 7922199 h 10298851"/>
              <a:gd name="connsiteX1227" fmla="*/ 13717015 w 18288000"/>
              <a:gd name="connsiteY1227" fmla="*/ 8714416 h 10298851"/>
              <a:gd name="connsiteX1228" fmla="*/ 13717015 w 18288000"/>
              <a:gd name="connsiteY1228" fmla="*/ 7922199 h 10298851"/>
              <a:gd name="connsiteX1229" fmla="*/ 14631163 w 18288000"/>
              <a:gd name="connsiteY1229" fmla="*/ 7922199 h 10298851"/>
              <a:gd name="connsiteX1230" fmla="*/ 13717015 w 18288000"/>
              <a:gd name="connsiteY1230" fmla="*/ 8714416 h 10298851"/>
              <a:gd name="connsiteX1231" fmla="*/ 13717015 w 18288000"/>
              <a:gd name="connsiteY1231" fmla="*/ 9506634 h 10298851"/>
              <a:gd name="connsiteX1232" fmla="*/ 13717015 w 18288000"/>
              <a:gd name="connsiteY1232" fmla="*/ 8714416 h 10298851"/>
              <a:gd name="connsiteX1233" fmla="*/ 14631163 w 18288000"/>
              <a:gd name="connsiteY1233" fmla="*/ 8714416 h 10298851"/>
              <a:gd name="connsiteX1234" fmla="*/ 13717015 w 18288000"/>
              <a:gd name="connsiteY1234" fmla="*/ 9506634 h 10298851"/>
              <a:gd name="connsiteX1235" fmla="*/ 13717015 w 18288000"/>
              <a:gd name="connsiteY1235" fmla="*/ 10298851 h 10298851"/>
              <a:gd name="connsiteX1236" fmla="*/ 13717015 w 18288000"/>
              <a:gd name="connsiteY1236" fmla="*/ 9506634 h 10298851"/>
              <a:gd name="connsiteX1237" fmla="*/ 14631163 w 18288000"/>
              <a:gd name="connsiteY1237" fmla="*/ 9506634 h 10298851"/>
              <a:gd name="connsiteX1238" fmla="*/ 13717015 w 18288000"/>
              <a:gd name="connsiteY1238" fmla="*/ 10298851 h 10298851"/>
              <a:gd name="connsiteX1239" fmla="*/ 14631163 w 18288000"/>
              <a:gd name="connsiteY1239" fmla="*/ 10298851 h 10298851"/>
              <a:gd name="connsiteX1240" fmla="*/ 16459581 w 18288000"/>
              <a:gd name="connsiteY1240" fmla="*/ 0 h 10298851"/>
              <a:gd name="connsiteX1241" fmla="*/ 16459581 w 18288000"/>
              <a:gd name="connsiteY1241" fmla="*/ 792220 h 10298851"/>
              <a:gd name="connsiteX1242" fmla="*/ 16459581 w 18288000"/>
              <a:gd name="connsiteY1242" fmla="*/ 0 h 10298851"/>
              <a:gd name="connsiteX1243" fmla="*/ 17373854 w 18288000"/>
              <a:gd name="connsiteY1243" fmla="*/ 0 h 10298851"/>
              <a:gd name="connsiteX1244" fmla="*/ 16459581 w 18288000"/>
              <a:gd name="connsiteY1244" fmla="*/ 792220 h 10298851"/>
              <a:gd name="connsiteX1245" fmla="*/ 16459581 w 18288000"/>
              <a:gd name="connsiteY1245" fmla="*/ 1584435 h 10298851"/>
              <a:gd name="connsiteX1246" fmla="*/ 16459581 w 18288000"/>
              <a:gd name="connsiteY1246" fmla="*/ 792220 h 10298851"/>
              <a:gd name="connsiteX1247" fmla="*/ 17373854 w 18288000"/>
              <a:gd name="connsiteY1247" fmla="*/ 792220 h 10298851"/>
              <a:gd name="connsiteX1248" fmla="*/ 16459581 w 18288000"/>
              <a:gd name="connsiteY1248" fmla="*/ 1584435 h 10298851"/>
              <a:gd name="connsiteX1249" fmla="*/ 16459581 w 18288000"/>
              <a:gd name="connsiteY1249" fmla="*/ 2376653 h 10298851"/>
              <a:gd name="connsiteX1250" fmla="*/ 16459581 w 18288000"/>
              <a:gd name="connsiteY1250" fmla="*/ 1584435 h 10298851"/>
              <a:gd name="connsiteX1251" fmla="*/ 17373854 w 18288000"/>
              <a:gd name="connsiteY1251" fmla="*/ 1584435 h 10298851"/>
              <a:gd name="connsiteX1252" fmla="*/ 16459581 w 18288000"/>
              <a:gd name="connsiteY1252" fmla="*/ 2376653 h 10298851"/>
              <a:gd name="connsiteX1253" fmla="*/ 16459581 w 18288000"/>
              <a:gd name="connsiteY1253" fmla="*/ 3168882 h 10298851"/>
              <a:gd name="connsiteX1254" fmla="*/ 16459581 w 18288000"/>
              <a:gd name="connsiteY1254" fmla="*/ 2376653 h 10298851"/>
              <a:gd name="connsiteX1255" fmla="*/ 17373854 w 18288000"/>
              <a:gd name="connsiteY1255" fmla="*/ 2376653 h 10298851"/>
              <a:gd name="connsiteX1256" fmla="*/ 16459581 w 18288000"/>
              <a:gd name="connsiteY1256" fmla="*/ 3168882 h 10298851"/>
              <a:gd name="connsiteX1257" fmla="*/ 16459581 w 18288000"/>
              <a:gd name="connsiteY1257" fmla="*/ 3961099 h 10298851"/>
              <a:gd name="connsiteX1258" fmla="*/ 16459581 w 18288000"/>
              <a:gd name="connsiteY1258" fmla="*/ 3168882 h 10298851"/>
              <a:gd name="connsiteX1259" fmla="*/ 17373854 w 18288000"/>
              <a:gd name="connsiteY1259" fmla="*/ 3168882 h 10298851"/>
              <a:gd name="connsiteX1260" fmla="*/ 16459581 w 18288000"/>
              <a:gd name="connsiteY1260" fmla="*/ 3961099 h 10298851"/>
              <a:gd name="connsiteX1261" fmla="*/ 16459581 w 18288000"/>
              <a:gd name="connsiteY1261" fmla="*/ 4753317 h 10298851"/>
              <a:gd name="connsiteX1262" fmla="*/ 16459581 w 18288000"/>
              <a:gd name="connsiteY1262" fmla="*/ 3961099 h 10298851"/>
              <a:gd name="connsiteX1263" fmla="*/ 17373854 w 18288000"/>
              <a:gd name="connsiteY1263" fmla="*/ 3961099 h 10298851"/>
              <a:gd name="connsiteX1264" fmla="*/ 16459581 w 18288000"/>
              <a:gd name="connsiteY1264" fmla="*/ 4753317 h 10298851"/>
              <a:gd name="connsiteX1265" fmla="*/ 16459581 w 18288000"/>
              <a:gd name="connsiteY1265" fmla="*/ 5545535 h 10298851"/>
              <a:gd name="connsiteX1266" fmla="*/ 16459581 w 18288000"/>
              <a:gd name="connsiteY1266" fmla="*/ 4753317 h 10298851"/>
              <a:gd name="connsiteX1267" fmla="*/ 17373854 w 18288000"/>
              <a:gd name="connsiteY1267" fmla="*/ 4753317 h 10298851"/>
              <a:gd name="connsiteX1268" fmla="*/ 16459581 w 18288000"/>
              <a:gd name="connsiteY1268" fmla="*/ 5545535 h 10298851"/>
              <a:gd name="connsiteX1269" fmla="*/ 16459581 w 18288000"/>
              <a:gd name="connsiteY1269" fmla="*/ 6337752 h 10298851"/>
              <a:gd name="connsiteX1270" fmla="*/ 16459581 w 18288000"/>
              <a:gd name="connsiteY1270" fmla="*/ 5545535 h 10298851"/>
              <a:gd name="connsiteX1271" fmla="*/ 17373854 w 18288000"/>
              <a:gd name="connsiteY1271" fmla="*/ 5545535 h 10298851"/>
              <a:gd name="connsiteX1272" fmla="*/ 16459581 w 18288000"/>
              <a:gd name="connsiteY1272" fmla="*/ 6337752 h 10298851"/>
              <a:gd name="connsiteX1273" fmla="*/ 16459581 w 18288000"/>
              <a:gd name="connsiteY1273" fmla="*/ 7129970 h 10298851"/>
              <a:gd name="connsiteX1274" fmla="*/ 16459581 w 18288000"/>
              <a:gd name="connsiteY1274" fmla="*/ 6337752 h 10298851"/>
              <a:gd name="connsiteX1275" fmla="*/ 17373854 w 18288000"/>
              <a:gd name="connsiteY1275" fmla="*/ 6337752 h 10298851"/>
              <a:gd name="connsiteX1276" fmla="*/ 16459581 w 18288000"/>
              <a:gd name="connsiteY1276" fmla="*/ 7129970 h 10298851"/>
              <a:gd name="connsiteX1277" fmla="*/ 16459581 w 18288000"/>
              <a:gd name="connsiteY1277" fmla="*/ 7922199 h 10298851"/>
              <a:gd name="connsiteX1278" fmla="*/ 16459581 w 18288000"/>
              <a:gd name="connsiteY1278" fmla="*/ 7129970 h 10298851"/>
              <a:gd name="connsiteX1279" fmla="*/ 17373854 w 18288000"/>
              <a:gd name="connsiteY1279" fmla="*/ 7129970 h 10298851"/>
              <a:gd name="connsiteX1280" fmla="*/ 16459581 w 18288000"/>
              <a:gd name="connsiteY1280" fmla="*/ 7922199 h 10298851"/>
              <a:gd name="connsiteX1281" fmla="*/ 16459581 w 18288000"/>
              <a:gd name="connsiteY1281" fmla="*/ 8714416 h 10298851"/>
              <a:gd name="connsiteX1282" fmla="*/ 16459581 w 18288000"/>
              <a:gd name="connsiteY1282" fmla="*/ 7922199 h 10298851"/>
              <a:gd name="connsiteX1283" fmla="*/ 17373854 w 18288000"/>
              <a:gd name="connsiteY1283" fmla="*/ 7922199 h 10298851"/>
              <a:gd name="connsiteX1284" fmla="*/ 16459581 w 18288000"/>
              <a:gd name="connsiteY1284" fmla="*/ 8714416 h 10298851"/>
              <a:gd name="connsiteX1285" fmla="*/ 16459581 w 18288000"/>
              <a:gd name="connsiteY1285" fmla="*/ 9506634 h 10298851"/>
              <a:gd name="connsiteX1286" fmla="*/ 16459581 w 18288000"/>
              <a:gd name="connsiteY1286" fmla="*/ 8714416 h 10298851"/>
              <a:gd name="connsiteX1287" fmla="*/ 17373854 w 18288000"/>
              <a:gd name="connsiteY1287" fmla="*/ 8714416 h 10298851"/>
              <a:gd name="connsiteX1288" fmla="*/ 16459581 w 18288000"/>
              <a:gd name="connsiteY1288" fmla="*/ 9506634 h 10298851"/>
              <a:gd name="connsiteX1289" fmla="*/ 16459581 w 18288000"/>
              <a:gd name="connsiteY1289" fmla="*/ 10298851 h 10298851"/>
              <a:gd name="connsiteX1290" fmla="*/ 16459581 w 18288000"/>
              <a:gd name="connsiteY1290" fmla="*/ 9506634 h 10298851"/>
              <a:gd name="connsiteX1291" fmla="*/ 17373854 w 18288000"/>
              <a:gd name="connsiteY1291" fmla="*/ 9506634 h 10298851"/>
              <a:gd name="connsiteX1292" fmla="*/ 16459581 w 18288000"/>
              <a:gd name="connsiteY1292" fmla="*/ 10298851 h 10298851"/>
              <a:gd name="connsiteX1293" fmla="*/ 17373854 w 18288000"/>
              <a:gd name="connsiteY1293" fmla="*/ 10298851 h 10298851"/>
              <a:gd name="connsiteX1294" fmla="*/ 11888597 w 18288000"/>
              <a:gd name="connsiteY1294" fmla="*/ 0 h 10298851"/>
              <a:gd name="connsiteX1295" fmla="*/ 11888597 w 18288000"/>
              <a:gd name="connsiteY1295" fmla="*/ 792220 h 10298851"/>
              <a:gd name="connsiteX1296" fmla="*/ 11888597 w 18288000"/>
              <a:gd name="connsiteY1296" fmla="*/ 792220 h 10298851"/>
              <a:gd name="connsiteX1297" fmla="*/ 11888597 w 18288000"/>
              <a:gd name="connsiteY1297" fmla="*/ 1584435 h 10298851"/>
              <a:gd name="connsiteX1298" fmla="*/ 11888597 w 18288000"/>
              <a:gd name="connsiteY1298" fmla="*/ 1584435 h 10298851"/>
              <a:gd name="connsiteX1299" fmla="*/ 11888597 w 18288000"/>
              <a:gd name="connsiteY1299" fmla="*/ 2376653 h 10298851"/>
              <a:gd name="connsiteX1300" fmla="*/ 11888597 w 18288000"/>
              <a:gd name="connsiteY1300" fmla="*/ 2376653 h 10298851"/>
              <a:gd name="connsiteX1301" fmla="*/ 11888597 w 18288000"/>
              <a:gd name="connsiteY1301" fmla="*/ 3168882 h 10298851"/>
              <a:gd name="connsiteX1302" fmla="*/ 11888597 w 18288000"/>
              <a:gd name="connsiteY1302" fmla="*/ 3168882 h 10298851"/>
              <a:gd name="connsiteX1303" fmla="*/ 11888597 w 18288000"/>
              <a:gd name="connsiteY1303" fmla="*/ 3961099 h 10298851"/>
              <a:gd name="connsiteX1304" fmla="*/ 11888597 w 18288000"/>
              <a:gd name="connsiteY1304" fmla="*/ 3961099 h 10298851"/>
              <a:gd name="connsiteX1305" fmla="*/ 11888597 w 18288000"/>
              <a:gd name="connsiteY1305" fmla="*/ 4753317 h 10298851"/>
              <a:gd name="connsiteX1306" fmla="*/ 11888597 w 18288000"/>
              <a:gd name="connsiteY1306" fmla="*/ 4753317 h 10298851"/>
              <a:gd name="connsiteX1307" fmla="*/ 11888597 w 18288000"/>
              <a:gd name="connsiteY1307" fmla="*/ 5545535 h 10298851"/>
              <a:gd name="connsiteX1308" fmla="*/ 11888597 w 18288000"/>
              <a:gd name="connsiteY1308" fmla="*/ 5545535 h 10298851"/>
              <a:gd name="connsiteX1309" fmla="*/ 11888597 w 18288000"/>
              <a:gd name="connsiteY1309" fmla="*/ 6337752 h 10298851"/>
              <a:gd name="connsiteX1310" fmla="*/ 11888597 w 18288000"/>
              <a:gd name="connsiteY1310" fmla="*/ 6337752 h 10298851"/>
              <a:gd name="connsiteX1311" fmla="*/ 11888597 w 18288000"/>
              <a:gd name="connsiteY1311" fmla="*/ 7129970 h 10298851"/>
              <a:gd name="connsiteX1312" fmla="*/ 11888597 w 18288000"/>
              <a:gd name="connsiteY1312" fmla="*/ 7129970 h 10298851"/>
              <a:gd name="connsiteX1313" fmla="*/ 11888597 w 18288000"/>
              <a:gd name="connsiteY1313" fmla="*/ 7922187 h 10298851"/>
              <a:gd name="connsiteX1314" fmla="*/ 11888597 w 18288000"/>
              <a:gd name="connsiteY1314" fmla="*/ 7922187 h 10298851"/>
              <a:gd name="connsiteX1315" fmla="*/ 11888597 w 18288000"/>
              <a:gd name="connsiteY1315" fmla="*/ 8714416 h 10298851"/>
              <a:gd name="connsiteX1316" fmla="*/ 11888597 w 18288000"/>
              <a:gd name="connsiteY1316" fmla="*/ 8714416 h 10298851"/>
              <a:gd name="connsiteX1317" fmla="*/ 11888597 w 18288000"/>
              <a:gd name="connsiteY1317" fmla="*/ 9506634 h 10298851"/>
              <a:gd name="connsiteX1318" fmla="*/ 11888597 w 18288000"/>
              <a:gd name="connsiteY1318" fmla="*/ 9506634 h 10298851"/>
              <a:gd name="connsiteX1319" fmla="*/ 11888597 w 18288000"/>
              <a:gd name="connsiteY1319" fmla="*/ 10298851 h 10298851"/>
              <a:gd name="connsiteX1320" fmla="*/ 14631163 w 18288000"/>
              <a:gd name="connsiteY1320" fmla="*/ 0 h 10298851"/>
              <a:gd name="connsiteX1321" fmla="*/ 14631163 w 18288000"/>
              <a:gd name="connsiteY1321" fmla="*/ 792220 h 10298851"/>
              <a:gd name="connsiteX1322" fmla="*/ 14631163 w 18288000"/>
              <a:gd name="connsiteY1322" fmla="*/ 792220 h 10298851"/>
              <a:gd name="connsiteX1323" fmla="*/ 14631163 w 18288000"/>
              <a:gd name="connsiteY1323" fmla="*/ 1584435 h 10298851"/>
              <a:gd name="connsiteX1324" fmla="*/ 14631163 w 18288000"/>
              <a:gd name="connsiteY1324" fmla="*/ 1584435 h 10298851"/>
              <a:gd name="connsiteX1325" fmla="*/ 14631163 w 18288000"/>
              <a:gd name="connsiteY1325" fmla="*/ 2376653 h 10298851"/>
              <a:gd name="connsiteX1326" fmla="*/ 14631163 w 18288000"/>
              <a:gd name="connsiteY1326" fmla="*/ 2376653 h 10298851"/>
              <a:gd name="connsiteX1327" fmla="*/ 14631163 w 18288000"/>
              <a:gd name="connsiteY1327" fmla="*/ 3168882 h 10298851"/>
              <a:gd name="connsiteX1328" fmla="*/ 14631163 w 18288000"/>
              <a:gd name="connsiteY1328" fmla="*/ 3168882 h 10298851"/>
              <a:gd name="connsiteX1329" fmla="*/ 14631163 w 18288000"/>
              <a:gd name="connsiteY1329" fmla="*/ 3961099 h 10298851"/>
              <a:gd name="connsiteX1330" fmla="*/ 14631163 w 18288000"/>
              <a:gd name="connsiteY1330" fmla="*/ 3961099 h 10298851"/>
              <a:gd name="connsiteX1331" fmla="*/ 14631163 w 18288000"/>
              <a:gd name="connsiteY1331" fmla="*/ 4753317 h 10298851"/>
              <a:gd name="connsiteX1332" fmla="*/ 14631163 w 18288000"/>
              <a:gd name="connsiteY1332" fmla="*/ 4753317 h 10298851"/>
              <a:gd name="connsiteX1333" fmla="*/ 14631163 w 18288000"/>
              <a:gd name="connsiteY1333" fmla="*/ 5545535 h 10298851"/>
              <a:gd name="connsiteX1334" fmla="*/ 14631163 w 18288000"/>
              <a:gd name="connsiteY1334" fmla="*/ 5545535 h 10298851"/>
              <a:gd name="connsiteX1335" fmla="*/ 14631163 w 18288000"/>
              <a:gd name="connsiteY1335" fmla="*/ 6337752 h 10298851"/>
              <a:gd name="connsiteX1336" fmla="*/ 14631163 w 18288000"/>
              <a:gd name="connsiteY1336" fmla="*/ 6337752 h 10298851"/>
              <a:gd name="connsiteX1337" fmla="*/ 14631163 w 18288000"/>
              <a:gd name="connsiteY1337" fmla="*/ 7129970 h 10298851"/>
              <a:gd name="connsiteX1338" fmla="*/ 14631163 w 18288000"/>
              <a:gd name="connsiteY1338" fmla="*/ 7129970 h 10298851"/>
              <a:gd name="connsiteX1339" fmla="*/ 14631163 w 18288000"/>
              <a:gd name="connsiteY1339" fmla="*/ 7922199 h 10298851"/>
              <a:gd name="connsiteX1340" fmla="*/ 14631163 w 18288000"/>
              <a:gd name="connsiteY1340" fmla="*/ 7922199 h 10298851"/>
              <a:gd name="connsiteX1341" fmla="*/ 14631163 w 18288000"/>
              <a:gd name="connsiteY1341" fmla="*/ 8714416 h 10298851"/>
              <a:gd name="connsiteX1342" fmla="*/ 14631163 w 18288000"/>
              <a:gd name="connsiteY1342" fmla="*/ 8714416 h 10298851"/>
              <a:gd name="connsiteX1343" fmla="*/ 14631163 w 18288000"/>
              <a:gd name="connsiteY1343" fmla="*/ 9506634 h 10298851"/>
              <a:gd name="connsiteX1344" fmla="*/ 14631163 w 18288000"/>
              <a:gd name="connsiteY1344" fmla="*/ 9506634 h 10298851"/>
              <a:gd name="connsiteX1345" fmla="*/ 14631163 w 18288000"/>
              <a:gd name="connsiteY1345" fmla="*/ 10298851 h 10298851"/>
              <a:gd name="connsiteX1346" fmla="*/ 17373854 w 18288000"/>
              <a:gd name="connsiteY1346" fmla="*/ 0 h 10298851"/>
              <a:gd name="connsiteX1347" fmla="*/ 17373854 w 18288000"/>
              <a:gd name="connsiteY1347" fmla="*/ 792220 h 10298851"/>
              <a:gd name="connsiteX1348" fmla="*/ 17373854 w 18288000"/>
              <a:gd name="connsiteY1348" fmla="*/ 0 h 10298851"/>
              <a:gd name="connsiteX1349" fmla="*/ 18288000 w 18288000"/>
              <a:gd name="connsiteY1349" fmla="*/ 0 h 10298851"/>
              <a:gd name="connsiteX1350" fmla="*/ 18288000 w 18288000"/>
              <a:gd name="connsiteY1350" fmla="*/ 10298851 h 10298851"/>
              <a:gd name="connsiteX1351" fmla="*/ 17373854 w 18288000"/>
              <a:gd name="connsiteY1351" fmla="*/ 10298851 h 10298851"/>
              <a:gd name="connsiteX1352" fmla="*/ 17373854 w 18288000"/>
              <a:gd name="connsiteY1352" fmla="*/ 792220 h 10298851"/>
              <a:gd name="connsiteX1353" fmla="*/ 17373854 w 18288000"/>
              <a:gd name="connsiteY1353" fmla="*/ 1584435 h 10298851"/>
              <a:gd name="connsiteX1354" fmla="*/ 17373854 w 18288000"/>
              <a:gd name="connsiteY1354" fmla="*/ 792220 h 10298851"/>
              <a:gd name="connsiteX1355" fmla="*/ 18288000 w 18288000"/>
              <a:gd name="connsiteY1355" fmla="*/ 792220 h 10298851"/>
              <a:gd name="connsiteX1356" fmla="*/ 17373854 w 18288000"/>
              <a:gd name="connsiteY1356" fmla="*/ 1584435 h 10298851"/>
              <a:gd name="connsiteX1357" fmla="*/ 17373854 w 18288000"/>
              <a:gd name="connsiteY1357" fmla="*/ 2376653 h 10298851"/>
              <a:gd name="connsiteX1358" fmla="*/ 17373854 w 18288000"/>
              <a:gd name="connsiteY1358" fmla="*/ 1584435 h 10298851"/>
              <a:gd name="connsiteX1359" fmla="*/ 18288000 w 18288000"/>
              <a:gd name="connsiteY1359" fmla="*/ 1584435 h 10298851"/>
              <a:gd name="connsiteX1360" fmla="*/ 17373854 w 18288000"/>
              <a:gd name="connsiteY1360" fmla="*/ 2376653 h 10298851"/>
              <a:gd name="connsiteX1361" fmla="*/ 17373854 w 18288000"/>
              <a:gd name="connsiteY1361" fmla="*/ 3168882 h 10298851"/>
              <a:gd name="connsiteX1362" fmla="*/ 17373854 w 18288000"/>
              <a:gd name="connsiteY1362" fmla="*/ 2376653 h 10298851"/>
              <a:gd name="connsiteX1363" fmla="*/ 18288000 w 18288000"/>
              <a:gd name="connsiteY1363" fmla="*/ 2376653 h 10298851"/>
              <a:gd name="connsiteX1364" fmla="*/ 17373854 w 18288000"/>
              <a:gd name="connsiteY1364" fmla="*/ 3168882 h 10298851"/>
              <a:gd name="connsiteX1365" fmla="*/ 17373854 w 18288000"/>
              <a:gd name="connsiteY1365" fmla="*/ 3961099 h 10298851"/>
              <a:gd name="connsiteX1366" fmla="*/ 17373854 w 18288000"/>
              <a:gd name="connsiteY1366" fmla="*/ 3168882 h 10298851"/>
              <a:gd name="connsiteX1367" fmla="*/ 18288000 w 18288000"/>
              <a:gd name="connsiteY1367" fmla="*/ 3168882 h 10298851"/>
              <a:gd name="connsiteX1368" fmla="*/ 17373854 w 18288000"/>
              <a:gd name="connsiteY1368" fmla="*/ 3961099 h 10298851"/>
              <a:gd name="connsiteX1369" fmla="*/ 17373854 w 18288000"/>
              <a:gd name="connsiteY1369" fmla="*/ 4753317 h 10298851"/>
              <a:gd name="connsiteX1370" fmla="*/ 17373854 w 18288000"/>
              <a:gd name="connsiteY1370" fmla="*/ 3961099 h 10298851"/>
              <a:gd name="connsiteX1371" fmla="*/ 18288000 w 18288000"/>
              <a:gd name="connsiteY1371" fmla="*/ 3961099 h 10298851"/>
              <a:gd name="connsiteX1372" fmla="*/ 17373854 w 18288000"/>
              <a:gd name="connsiteY1372" fmla="*/ 4753317 h 10298851"/>
              <a:gd name="connsiteX1373" fmla="*/ 17373854 w 18288000"/>
              <a:gd name="connsiteY1373" fmla="*/ 5545535 h 10298851"/>
              <a:gd name="connsiteX1374" fmla="*/ 17373854 w 18288000"/>
              <a:gd name="connsiteY1374" fmla="*/ 4753317 h 10298851"/>
              <a:gd name="connsiteX1375" fmla="*/ 18288000 w 18288000"/>
              <a:gd name="connsiteY1375" fmla="*/ 4753317 h 10298851"/>
              <a:gd name="connsiteX1376" fmla="*/ 17373854 w 18288000"/>
              <a:gd name="connsiteY1376" fmla="*/ 5545535 h 10298851"/>
              <a:gd name="connsiteX1377" fmla="*/ 17373854 w 18288000"/>
              <a:gd name="connsiteY1377" fmla="*/ 6337752 h 10298851"/>
              <a:gd name="connsiteX1378" fmla="*/ 17373854 w 18288000"/>
              <a:gd name="connsiteY1378" fmla="*/ 5545535 h 10298851"/>
              <a:gd name="connsiteX1379" fmla="*/ 18288000 w 18288000"/>
              <a:gd name="connsiteY1379" fmla="*/ 5545535 h 10298851"/>
              <a:gd name="connsiteX1380" fmla="*/ 17373854 w 18288000"/>
              <a:gd name="connsiteY1380" fmla="*/ 6337752 h 10298851"/>
              <a:gd name="connsiteX1381" fmla="*/ 17373854 w 18288000"/>
              <a:gd name="connsiteY1381" fmla="*/ 7129970 h 10298851"/>
              <a:gd name="connsiteX1382" fmla="*/ 17373854 w 18288000"/>
              <a:gd name="connsiteY1382" fmla="*/ 6337752 h 10298851"/>
              <a:gd name="connsiteX1383" fmla="*/ 18288000 w 18288000"/>
              <a:gd name="connsiteY1383" fmla="*/ 6337752 h 10298851"/>
              <a:gd name="connsiteX1384" fmla="*/ 17373854 w 18288000"/>
              <a:gd name="connsiteY1384" fmla="*/ 7129970 h 10298851"/>
              <a:gd name="connsiteX1385" fmla="*/ 17373854 w 18288000"/>
              <a:gd name="connsiteY1385" fmla="*/ 7922199 h 10298851"/>
              <a:gd name="connsiteX1386" fmla="*/ 17373854 w 18288000"/>
              <a:gd name="connsiteY1386" fmla="*/ 7129970 h 10298851"/>
              <a:gd name="connsiteX1387" fmla="*/ 18288000 w 18288000"/>
              <a:gd name="connsiteY1387" fmla="*/ 7129970 h 10298851"/>
              <a:gd name="connsiteX1388" fmla="*/ 17373854 w 18288000"/>
              <a:gd name="connsiteY1388" fmla="*/ 7922199 h 10298851"/>
              <a:gd name="connsiteX1389" fmla="*/ 17373854 w 18288000"/>
              <a:gd name="connsiteY1389" fmla="*/ 8714416 h 10298851"/>
              <a:gd name="connsiteX1390" fmla="*/ 17373854 w 18288000"/>
              <a:gd name="connsiteY1390" fmla="*/ 7922199 h 10298851"/>
              <a:gd name="connsiteX1391" fmla="*/ 18288000 w 18288000"/>
              <a:gd name="connsiteY1391" fmla="*/ 7922199 h 10298851"/>
              <a:gd name="connsiteX1392" fmla="*/ 17373854 w 18288000"/>
              <a:gd name="connsiteY1392" fmla="*/ 8714416 h 10298851"/>
              <a:gd name="connsiteX1393" fmla="*/ 17373854 w 18288000"/>
              <a:gd name="connsiteY1393" fmla="*/ 9506634 h 10298851"/>
              <a:gd name="connsiteX1394" fmla="*/ 17373854 w 18288000"/>
              <a:gd name="connsiteY1394" fmla="*/ 8714416 h 10298851"/>
              <a:gd name="connsiteX1395" fmla="*/ 18288000 w 18288000"/>
              <a:gd name="connsiteY1395" fmla="*/ 8714416 h 10298851"/>
              <a:gd name="connsiteX1396" fmla="*/ 17373854 w 18288000"/>
              <a:gd name="connsiteY1396" fmla="*/ 9506634 h 10298851"/>
              <a:gd name="connsiteX1397" fmla="*/ 17373854 w 18288000"/>
              <a:gd name="connsiteY1397" fmla="*/ 10298851 h 10298851"/>
              <a:gd name="connsiteX1398" fmla="*/ 17373854 w 18288000"/>
              <a:gd name="connsiteY1398" fmla="*/ 9506634 h 10298851"/>
              <a:gd name="connsiteX1399" fmla="*/ 18288000 w 18288000"/>
              <a:gd name="connsiteY1399" fmla="*/ 9506634 h 102988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</a:cxnLst>
            <a:rect l="l" t="t" r="r" b="b"/>
            <a:pathLst>
              <a:path w="18288000" h="10298851">
                <a:moveTo>
                  <a:pt x="914201" y="0"/>
                </a:moveTo>
                <a:lnTo>
                  <a:pt x="914201" y="792219"/>
                </a:lnTo>
                <a:moveTo>
                  <a:pt x="914201" y="0"/>
                </a:moveTo>
                <a:lnTo>
                  <a:pt x="0" y="0"/>
                </a:lnTo>
                <a:lnTo>
                  <a:pt x="0" y="792219"/>
                </a:lnTo>
                <a:moveTo>
                  <a:pt x="914201" y="0"/>
                </a:moveTo>
                <a:lnTo>
                  <a:pt x="1828406" y="0"/>
                </a:lnTo>
                <a:moveTo>
                  <a:pt x="914201" y="792219"/>
                </a:moveTo>
                <a:lnTo>
                  <a:pt x="914201" y="1584435"/>
                </a:lnTo>
                <a:moveTo>
                  <a:pt x="914201" y="792219"/>
                </a:moveTo>
                <a:lnTo>
                  <a:pt x="0" y="792219"/>
                </a:lnTo>
                <a:moveTo>
                  <a:pt x="914201" y="792219"/>
                </a:moveTo>
                <a:lnTo>
                  <a:pt x="1828406" y="792220"/>
                </a:lnTo>
                <a:moveTo>
                  <a:pt x="914201" y="1584435"/>
                </a:moveTo>
                <a:lnTo>
                  <a:pt x="914201" y="2376653"/>
                </a:lnTo>
                <a:moveTo>
                  <a:pt x="914201" y="1584435"/>
                </a:moveTo>
                <a:lnTo>
                  <a:pt x="0" y="1584435"/>
                </a:lnTo>
                <a:moveTo>
                  <a:pt x="914201" y="1584435"/>
                </a:moveTo>
                <a:lnTo>
                  <a:pt x="1828406" y="1584435"/>
                </a:lnTo>
                <a:moveTo>
                  <a:pt x="914201" y="2376653"/>
                </a:moveTo>
                <a:lnTo>
                  <a:pt x="914201" y="3168882"/>
                </a:lnTo>
                <a:moveTo>
                  <a:pt x="914201" y="2376653"/>
                </a:moveTo>
                <a:lnTo>
                  <a:pt x="0" y="2376653"/>
                </a:lnTo>
                <a:moveTo>
                  <a:pt x="914201" y="2376653"/>
                </a:moveTo>
                <a:lnTo>
                  <a:pt x="1828394" y="2376653"/>
                </a:lnTo>
                <a:moveTo>
                  <a:pt x="914201" y="3168882"/>
                </a:moveTo>
                <a:lnTo>
                  <a:pt x="914201" y="3961099"/>
                </a:lnTo>
                <a:moveTo>
                  <a:pt x="914201" y="3168882"/>
                </a:moveTo>
                <a:lnTo>
                  <a:pt x="0" y="3168882"/>
                </a:lnTo>
                <a:moveTo>
                  <a:pt x="914201" y="3168882"/>
                </a:moveTo>
                <a:lnTo>
                  <a:pt x="1828394" y="3168882"/>
                </a:lnTo>
                <a:moveTo>
                  <a:pt x="914201" y="3961099"/>
                </a:moveTo>
                <a:lnTo>
                  <a:pt x="914201" y="4753317"/>
                </a:lnTo>
                <a:moveTo>
                  <a:pt x="914201" y="3961099"/>
                </a:moveTo>
                <a:lnTo>
                  <a:pt x="0" y="3961099"/>
                </a:lnTo>
                <a:moveTo>
                  <a:pt x="914201" y="3961099"/>
                </a:moveTo>
                <a:lnTo>
                  <a:pt x="1828394" y="3961099"/>
                </a:lnTo>
                <a:moveTo>
                  <a:pt x="914201" y="4753317"/>
                </a:moveTo>
                <a:lnTo>
                  <a:pt x="914199" y="5545535"/>
                </a:lnTo>
                <a:moveTo>
                  <a:pt x="914201" y="4753317"/>
                </a:moveTo>
                <a:lnTo>
                  <a:pt x="0" y="4753317"/>
                </a:lnTo>
                <a:moveTo>
                  <a:pt x="914201" y="4753317"/>
                </a:moveTo>
                <a:lnTo>
                  <a:pt x="1828394" y="4753317"/>
                </a:lnTo>
                <a:moveTo>
                  <a:pt x="914199" y="5545535"/>
                </a:moveTo>
                <a:lnTo>
                  <a:pt x="914199" y="6337752"/>
                </a:lnTo>
                <a:moveTo>
                  <a:pt x="914199" y="5545535"/>
                </a:moveTo>
                <a:lnTo>
                  <a:pt x="0" y="5545535"/>
                </a:lnTo>
                <a:moveTo>
                  <a:pt x="914199" y="5545535"/>
                </a:moveTo>
                <a:lnTo>
                  <a:pt x="1828394" y="5545535"/>
                </a:lnTo>
                <a:moveTo>
                  <a:pt x="914199" y="6337752"/>
                </a:moveTo>
                <a:lnTo>
                  <a:pt x="914199" y="7129970"/>
                </a:lnTo>
                <a:moveTo>
                  <a:pt x="914199" y="6337752"/>
                </a:moveTo>
                <a:lnTo>
                  <a:pt x="0" y="6337752"/>
                </a:lnTo>
                <a:moveTo>
                  <a:pt x="914199" y="6337752"/>
                </a:moveTo>
                <a:lnTo>
                  <a:pt x="1828394" y="6337752"/>
                </a:lnTo>
                <a:moveTo>
                  <a:pt x="914199" y="7129970"/>
                </a:moveTo>
                <a:lnTo>
                  <a:pt x="914199" y="7922187"/>
                </a:lnTo>
                <a:moveTo>
                  <a:pt x="914199" y="7129970"/>
                </a:moveTo>
                <a:lnTo>
                  <a:pt x="0" y="7129970"/>
                </a:lnTo>
                <a:moveTo>
                  <a:pt x="914199" y="7129970"/>
                </a:moveTo>
                <a:lnTo>
                  <a:pt x="1828394" y="7129970"/>
                </a:lnTo>
                <a:moveTo>
                  <a:pt x="914199" y="7922187"/>
                </a:moveTo>
                <a:lnTo>
                  <a:pt x="914199" y="8714416"/>
                </a:lnTo>
                <a:moveTo>
                  <a:pt x="914199" y="7922187"/>
                </a:moveTo>
                <a:lnTo>
                  <a:pt x="0" y="7922187"/>
                </a:lnTo>
                <a:moveTo>
                  <a:pt x="914199" y="7922187"/>
                </a:moveTo>
                <a:lnTo>
                  <a:pt x="1828394" y="7922187"/>
                </a:lnTo>
                <a:moveTo>
                  <a:pt x="914199" y="8714416"/>
                </a:moveTo>
                <a:lnTo>
                  <a:pt x="914199" y="9506634"/>
                </a:lnTo>
                <a:moveTo>
                  <a:pt x="914199" y="8714416"/>
                </a:moveTo>
                <a:lnTo>
                  <a:pt x="0" y="8714416"/>
                </a:lnTo>
                <a:moveTo>
                  <a:pt x="914199" y="8714416"/>
                </a:moveTo>
                <a:lnTo>
                  <a:pt x="1828394" y="8714416"/>
                </a:lnTo>
                <a:moveTo>
                  <a:pt x="914199" y="9506634"/>
                </a:moveTo>
                <a:lnTo>
                  <a:pt x="914199" y="10298851"/>
                </a:lnTo>
                <a:moveTo>
                  <a:pt x="914199" y="9506634"/>
                </a:moveTo>
                <a:lnTo>
                  <a:pt x="0" y="9506634"/>
                </a:lnTo>
                <a:moveTo>
                  <a:pt x="914199" y="9506634"/>
                </a:moveTo>
                <a:lnTo>
                  <a:pt x="1828394" y="9506634"/>
                </a:lnTo>
                <a:moveTo>
                  <a:pt x="914199" y="10298851"/>
                </a:moveTo>
                <a:lnTo>
                  <a:pt x="0" y="10298851"/>
                </a:lnTo>
                <a:lnTo>
                  <a:pt x="0" y="9506634"/>
                </a:lnTo>
                <a:moveTo>
                  <a:pt x="914199" y="10298851"/>
                </a:moveTo>
                <a:lnTo>
                  <a:pt x="1828394" y="10298851"/>
                </a:lnTo>
                <a:moveTo>
                  <a:pt x="0" y="792219"/>
                </a:moveTo>
                <a:lnTo>
                  <a:pt x="0" y="1584435"/>
                </a:lnTo>
                <a:moveTo>
                  <a:pt x="0" y="1584435"/>
                </a:moveTo>
                <a:lnTo>
                  <a:pt x="0" y="2376653"/>
                </a:lnTo>
                <a:moveTo>
                  <a:pt x="0" y="2376653"/>
                </a:moveTo>
                <a:lnTo>
                  <a:pt x="0" y="3168882"/>
                </a:lnTo>
                <a:moveTo>
                  <a:pt x="0" y="3168882"/>
                </a:moveTo>
                <a:lnTo>
                  <a:pt x="0" y="3961099"/>
                </a:lnTo>
                <a:moveTo>
                  <a:pt x="0" y="3961099"/>
                </a:moveTo>
                <a:lnTo>
                  <a:pt x="0" y="4753317"/>
                </a:lnTo>
                <a:moveTo>
                  <a:pt x="0" y="4753317"/>
                </a:moveTo>
                <a:lnTo>
                  <a:pt x="0" y="5545535"/>
                </a:lnTo>
                <a:moveTo>
                  <a:pt x="0" y="5545535"/>
                </a:moveTo>
                <a:lnTo>
                  <a:pt x="0" y="6337752"/>
                </a:lnTo>
                <a:moveTo>
                  <a:pt x="0" y="6337752"/>
                </a:moveTo>
                <a:lnTo>
                  <a:pt x="0" y="7129970"/>
                </a:lnTo>
                <a:moveTo>
                  <a:pt x="0" y="7129970"/>
                </a:moveTo>
                <a:lnTo>
                  <a:pt x="0" y="7922187"/>
                </a:lnTo>
                <a:moveTo>
                  <a:pt x="0" y="7922187"/>
                </a:moveTo>
                <a:lnTo>
                  <a:pt x="0" y="8714416"/>
                </a:lnTo>
                <a:moveTo>
                  <a:pt x="0" y="8714416"/>
                </a:moveTo>
                <a:lnTo>
                  <a:pt x="0" y="9506634"/>
                </a:lnTo>
                <a:moveTo>
                  <a:pt x="1828406" y="0"/>
                </a:moveTo>
                <a:lnTo>
                  <a:pt x="1828406" y="792220"/>
                </a:lnTo>
                <a:moveTo>
                  <a:pt x="1828406" y="0"/>
                </a:moveTo>
                <a:lnTo>
                  <a:pt x="2742603" y="0"/>
                </a:lnTo>
                <a:moveTo>
                  <a:pt x="1828406" y="792220"/>
                </a:moveTo>
                <a:lnTo>
                  <a:pt x="1828406" y="1584435"/>
                </a:lnTo>
                <a:moveTo>
                  <a:pt x="1828406" y="792220"/>
                </a:moveTo>
                <a:lnTo>
                  <a:pt x="2742603" y="792220"/>
                </a:lnTo>
                <a:moveTo>
                  <a:pt x="1828406" y="1584435"/>
                </a:moveTo>
                <a:lnTo>
                  <a:pt x="1828394" y="2376653"/>
                </a:lnTo>
                <a:moveTo>
                  <a:pt x="1828406" y="1584435"/>
                </a:moveTo>
                <a:lnTo>
                  <a:pt x="2742603" y="1584435"/>
                </a:lnTo>
                <a:moveTo>
                  <a:pt x="1828394" y="2376653"/>
                </a:moveTo>
                <a:lnTo>
                  <a:pt x="1828394" y="3168882"/>
                </a:lnTo>
                <a:moveTo>
                  <a:pt x="1828394" y="2376653"/>
                </a:moveTo>
                <a:lnTo>
                  <a:pt x="2742603" y="2376653"/>
                </a:lnTo>
                <a:moveTo>
                  <a:pt x="1828394" y="3168882"/>
                </a:moveTo>
                <a:lnTo>
                  <a:pt x="1828394" y="3961099"/>
                </a:lnTo>
                <a:moveTo>
                  <a:pt x="1828394" y="3168882"/>
                </a:moveTo>
                <a:lnTo>
                  <a:pt x="2742603" y="3168882"/>
                </a:lnTo>
                <a:moveTo>
                  <a:pt x="1828394" y="3961099"/>
                </a:moveTo>
                <a:lnTo>
                  <a:pt x="1828394" y="4753317"/>
                </a:lnTo>
                <a:moveTo>
                  <a:pt x="1828394" y="3961099"/>
                </a:moveTo>
                <a:lnTo>
                  <a:pt x="2742603" y="3961099"/>
                </a:lnTo>
                <a:moveTo>
                  <a:pt x="1828394" y="4753317"/>
                </a:moveTo>
                <a:lnTo>
                  <a:pt x="1828394" y="5545535"/>
                </a:lnTo>
                <a:moveTo>
                  <a:pt x="1828394" y="4753317"/>
                </a:moveTo>
                <a:lnTo>
                  <a:pt x="2742603" y="4753317"/>
                </a:lnTo>
                <a:moveTo>
                  <a:pt x="1828394" y="5545535"/>
                </a:moveTo>
                <a:lnTo>
                  <a:pt x="1828394" y="6337752"/>
                </a:lnTo>
                <a:moveTo>
                  <a:pt x="1828394" y="5545535"/>
                </a:moveTo>
                <a:lnTo>
                  <a:pt x="2742603" y="5545535"/>
                </a:lnTo>
                <a:moveTo>
                  <a:pt x="1828394" y="6337752"/>
                </a:moveTo>
                <a:lnTo>
                  <a:pt x="1828394" y="7129970"/>
                </a:lnTo>
                <a:moveTo>
                  <a:pt x="1828394" y="6337752"/>
                </a:moveTo>
                <a:lnTo>
                  <a:pt x="2742603" y="6337752"/>
                </a:lnTo>
                <a:moveTo>
                  <a:pt x="1828394" y="7129970"/>
                </a:moveTo>
                <a:lnTo>
                  <a:pt x="1828394" y="7922187"/>
                </a:lnTo>
                <a:moveTo>
                  <a:pt x="1828394" y="7129970"/>
                </a:moveTo>
                <a:lnTo>
                  <a:pt x="2742603" y="7129970"/>
                </a:lnTo>
                <a:moveTo>
                  <a:pt x="1828394" y="7922187"/>
                </a:moveTo>
                <a:lnTo>
                  <a:pt x="1828394" y="8714416"/>
                </a:lnTo>
                <a:moveTo>
                  <a:pt x="1828394" y="7922187"/>
                </a:moveTo>
                <a:lnTo>
                  <a:pt x="2742603" y="7922187"/>
                </a:lnTo>
                <a:moveTo>
                  <a:pt x="1828394" y="8714416"/>
                </a:moveTo>
                <a:lnTo>
                  <a:pt x="1828394" y="9506634"/>
                </a:lnTo>
                <a:moveTo>
                  <a:pt x="1828394" y="8714416"/>
                </a:moveTo>
                <a:lnTo>
                  <a:pt x="2742603" y="8714416"/>
                </a:lnTo>
                <a:moveTo>
                  <a:pt x="1828394" y="9506634"/>
                </a:moveTo>
                <a:lnTo>
                  <a:pt x="1828394" y="10298851"/>
                </a:lnTo>
                <a:moveTo>
                  <a:pt x="1828394" y="9506634"/>
                </a:moveTo>
                <a:lnTo>
                  <a:pt x="2742603" y="9506634"/>
                </a:lnTo>
                <a:moveTo>
                  <a:pt x="1828394" y="10298851"/>
                </a:moveTo>
                <a:lnTo>
                  <a:pt x="2742603" y="10298851"/>
                </a:lnTo>
                <a:moveTo>
                  <a:pt x="2742603" y="0"/>
                </a:moveTo>
                <a:lnTo>
                  <a:pt x="2742603" y="792220"/>
                </a:lnTo>
                <a:moveTo>
                  <a:pt x="2742603" y="0"/>
                </a:moveTo>
                <a:lnTo>
                  <a:pt x="3656800" y="0"/>
                </a:lnTo>
                <a:moveTo>
                  <a:pt x="2742603" y="792220"/>
                </a:moveTo>
                <a:lnTo>
                  <a:pt x="2742603" y="1584435"/>
                </a:lnTo>
                <a:moveTo>
                  <a:pt x="2742603" y="792220"/>
                </a:moveTo>
                <a:lnTo>
                  <a:pt x="3656800" y="792220"/>
                </a:lnTo>
                <a:moveTo>
                  <a:pt x="2742603" y="1584435"/>
                </a:moveTo>
                <a:lnTo>
                  <a:pt x="2742603" y="2376653"/>
                </a:lnTo>
                <a:moveTo>
                  <a:pt x="2742603" y="1584435"/>
                </a:moveTo>
                <a:lnTo>
                  <a:pt x="3656800" y="1584435"/>
                </a:lnTo>
                <a:moveTo>
                  <a:pt x="2742603" y="2376653"/>
                </a:moveTo>
                <a:lnTo>
                  <a:pt x="2742603" y="3168882"/>
                </a:lnTo>
                <a:moveTo>
                  <a:pt x="2742603" y="2376653"/>
                </a:moveTo>
                <a:lnTo>
                  <a:pt x="3656800" y="2376653"/>
                </a:lnTo>
                <a:moveTo>
                  <a:pt x="2742603" y="3168882"/>
                </a:moveTo>
                <a:lnTo>
                  <a:pt x="2742603" y="3961099"/>
                </a:lnTo>
                <a:moveTo>
                  <a:pt x="2742603" y="3168882"/>
                </a:moveTo>
                <a:lnTo>
                  <a:pt x="3656800" y="3168882"/>
                </a:lnTo>
                <a:moveTo>
                  <a:pt x="2742603" y="3961099"/>
                </a:moveTo>
                <a:lnTo>
                  <a:pt x="2742603" y="4753317"/>
                </a:lnTo>
                <a:moveTo>
                  <a:pt x="2742603" y="3961099"/>
                </a:moveTo>
                <a:lnTo>
                  <a:pt x="3656800" y="3961099"/>
                </a:lnTo>
                <a:moveTo>
                  <a:pt x="2742603" y="4753317"/>
                </a:moveTo>
                <a:lnTo>
                  <a:pt x="2742603" y="5545535"/>
                </a:lnTo>
                <a:moveTo>
                  <a:pt x="2742603" y="4753317"/>
                </a:moveTo>
                <a:lnTo>
                  <a:pt x="3656800" y="4753317"/>
                </a:lnTo>
                <a:moveTo>
                  <a:pt x="2742603" y="5545535"/>
                </a:moveTo>
                <a:lnTo>
                  <a:pt x="2742603" y="6337752"/>
                </a:lnTo>
                <a:moveTo>
                  <a:pt x="2742603" y="5545535"/>
                </a:moveTo>
                <a:lnTo>
                  <a:pt x="3656800" y="5545535"/>
                </a:lnTo>
                <a:moveTo>
                  <a:pt x="2742603" y="6337752"/>
                </a:moveTo>
                <a:lnTo>
                  <a:pt x="2742603" y="7129970"/>
                </a:lnTo>
                <a:moveTo>
                  <a:pt x="2742603" y="6337752"/>
                </a:moveTo>
                <a:lnTo>
                  <a:pt x="3656800" y="6337752"/>
                </a:lnTo>
                <a:moveTo>
                  <a:pt x="2742603" y="7129970"/>
                </a:moveTo>
                <a:lnTo>
                  <a:pt x="2742603" y="7922187"/>
                </a:lnTo>
                <a:moveTo>
                  <a:pt x="2742603" y="7129970"/>
                </a:moveTo>
                <a:lnTo>
                  <a:pt x="3656800" y="7129970"/>
                </a:lnTo>
                <a:moveTo>
                  <a:pt x="2742603" y="7922187"/>
                </a:moveTo>
                <a:lnTo>
                  <a:pt x="2742603" y="8714416"/>
                </a:lnTo>
                <a:moveTo>
                  <a:pt x="2742603" y="7922187"/>
                </a:moveTo>
                <a:lnTo>
                  <a:pt x="3656800" y="7922187"/>
                </a:lnTo>
                <a:moveTo>
                  <a:pt x="2742603" y="8714416"/>
                </a:moveTo>
                <a:lnTo>
                  <a:pt x="2742603" y="9506634"/>
                </a:lnTo>
                <a:moveTo>
                  <a:pt x="2742603" y="8714416"/>
                </a:moveTo>
                <a:lnTo>
                  <a:pt x="3656800" y="8714416"/>
                </a:lnTo>
                <a:moveTo>
                  <a:pt x="2742603" y="9506634"/>
                </a:moveTo>
                <a:lnTo>
                  <a:pt x="2742603" y="10298851"/>
                </a:lnTo>
                <a:moveTo>
                  <a:pt x="2742603" y="9506634"/>
                </a:moveTo>
                <a:lnTo>
                  <a:pt x="3656800" y="9506634"/>
                </a:lnTo>
                <a:moveTo>
                  <a:pt x="2742603" y="10298851"/>
                </a:moveTo>
                <a:lnTo>
                  <a:pt x="3656800" y="10298851"/>
                </a:lnTo>
                <a:moveTo>
                  <a:pt x="3656800" y="0"/>
                </a:moveTo>
                <a:lnTo>
                  <a:pt x="3656800" y="792220"/>
                </a:lnTo>
                <a:moveTo>
                  <a:pt x="3656800" y="0"/>
                </a:moveTo>
                <a:lnTo>
                  <a:pt x="4570997" y="0"/>
                </a:lnTo>
                <a:moveTo>
                  <a:pt x="3656800" y="792220"/>
                </a:moveTo>
                <a:lnTo>
                  <a:pt x="3656800" y="1584435"/>
                </a:lnTo>
                <a:moveTo>
                  <a:pt x="3656800" y="792220"/>
                </a:moveTo>
                <a:lnTo>
                  <a:pt x="4570997" y="792220"/>
                </a:lnTo>
                <a:moveTo>
                  <a:pt x="3656800" y="1584435"/>
                </a:moveTo>
                <a:lnTo>
                  <a:pt x="3656800" y="2376653"/>
                </a:lnTo>
                <a:moveTo>
                  <a:pt x="3656800" y="1584435"/>
                </a:moveTo>
                <a:lnTo>
                  <a:pt x="4570997" y="1584435"/>
                </a:lnTo>
                <a:moveTo>
                  <a:pt x="3656800" y="2376653"/>
                </a:moveTo>
                <a:lnTo>
                  <a:pt x="3656800" y="3168882"/>
                </a:lnTo>
                <a:moveTo>
                  <a:pt x="3656800" y="2376653"/>
                </a:moveTo>
                <a:lnTo>
                  <a:pt x="4570997" y="2376653"/>
                </a:lnTo>
                <a:moveTo>
                  <a:pt x="3656800" y="3168882"/>
                </a:moveTo>
                <a:lnTo>
                  <a:pt x="3656800" y="3961099"/>
                </a:lnTo>
                <a:moveTo>
                  <a:pt x="3656800" y="3168882"/>
                </a:moveTo>
                <a:lnTo>
                  <a:pt x="4570997" y="3168882"/>
                </a:lnTo>
                <a:moveTo>
                  <a:pt x="3656800" y="3961099"/>
                </a:moveTo>
                <a:lnTo>
                  <a:pt x="3656800" y="4753317"/>
                </a:lnTo>
                <a:moveTo>
                  <a:pt x="3656800" y="3961099"/>
                </a:moveTo>
                <a:lnTo>
                  <a:pt x="4570997" y="3961099"/>
                </a:lnTo>
                <a:moveTo>
                  <a:pt x="3656800" y="4753317"/>
                </a:moveTo>
                <a:lnTo>
                  <a:pt x="3656800" y="5545535"/>
                </a:lnTo>
                <a:moveTo>
                  <a:pt x="3656800" y="4753317"/>
                </a:moveTo>
                <a:lnTo>
                  <a:pt x="4570997" y="4753317"/>
                </a:lnTo>
                <a:moveTo>
                  <a:pt x="3656800" y="5545535"/>
                </a:moveTo>
                <a:lnTo>
                  <a:pt x="3656800" y="6337752"/>
                </a:lnTo>
                <a:moveTo>
                  <a:pt x="3656800" y="5545535"/>
                </a:moveTo>
                <a:lnTo>
                  <a:pt x="4570997" y="5545535"/>
                </a:lnTo>
                <a:moveTo>
                  <a:pt x="3656800" y="6337752"/>
                </a:moveTo>
                <a:lnTo>
                  <a:pt x="3656800" y="7129970"/>
                </a:lnTo>
                <a:moveTo>
                  <a:pt x="3656800" y="6337752"/>
                </a:moveTo>
                <a:lnTo>
                  <a:pt x="4570997" y="6337752"/>
                </a:lnTo>
                <a:moveTo>
                  <a:pt x="3656800" y="7129970"/>
                </a:moveTo>
                <a:lnTo>
                  <a:pt x="3656800" y="7922187"/>
                </a:lnTo>
                <a:moveTo>
                  <a:pt x="3656800" y="7129970"/>
                </a:moveTo>
                <a:lnTo>
                  <a:pt x="4570997" y="7129970"/>
                </a:lnTo>
                <a:moveTo>
                  <a:pt x="3656800" y="7922187"/>
                </a:moveTo>
                <a:lnTo>
                  <a:pt x="3656800" y="8714416"/>
                </a:lnTo>
                <a:moveTo>
                  <a:pt x="3656800" y="7922187"/>
                </a:moveTo>
                <a:lnTo>
                  <a:pt x="4570997" y="7922187"/>
                </a:lnTo>
                <a:moveTo>
                  <a:pt x="3656800" y="8714416"/>
                </a:moveTo>
                <a:lnTo>
                  <a:pt x="3656800" y="9506634"/>
                </a:lnTo>
                <a:moveTo>
                  <a:pt x="3656800" y="8714416"/>
                </a:moveTo>
                <a:lnTo>
                  <a:pt x="4570997" y="8714416"/>
                </a:lnTo>
                <a:moveTo>
                  <a:pt x="3656800" y="9506634"/>
                </a:moveTo>
                <a:lnTo>
                  <a:pt x="3656800" y="10298851"/>
                </a:lnTo>
                <a:moveTo>
                  <a:pt x="3656800" y="9506634"/>
                </a:moveTo>
                <a:lnTo>
                  <a:pt x="4570997" y="9506634"/>
                </a:lnTo>
                <a:moveTo>
                  <a:pt x="3656800" y="10298851"/>
                </a:moveTo>
                <a:lnTo>
                  <a:pt x="4570997" y="10298851"/>
                </a:lnTo>
                <a:moveTo>
                  <a:pt x="6399403" y="0"/>
                </a:moveTo>
                <a:lnTo>
                  <a:pt x="6399403" y="792220"/>
                </a:lnTo>
                <a:moveTo>
                  <a:pt x="6399403" y="0"/>
                </a:moveTo>
                <a:lnTo>
                  <a:pt x="5485194" y="0"/>
                </a:lnTo>
                <a:moveTo>
                  <a:pt x="6399403" y="0"/>
                </a:moveTo>
                <a:lnTo>
                  <a:pt x="7313600" y="0"/>
                </a:lnTo>
                <a:moveTo>
                  <a:pt x="6399403" y="792220"/>
                </a:moveTo>
                <a:lnTo>
                  <a:pt x="6399403" y="1584435"/>
                </a:lnTo>
                <a:moveTo>
                  <a:pt x="6399403" y="792220"/>
                </a:moveTo>
                <a:lnTo>
                  <a:pt x="5485194" y="792220"/>
                </a:lnTo>
                <a:moveTo>
                  <a:pt x="6399403" y="792220"/>
                </a:moveTo>
                <a:lnTo>
                  <a:pt x="7313600" y="792220"/>
                </a:lnTo>
                <a:moveTo>
                  <a:pt x="6399403" y="1584435"/>
                </a:moveTo>
                <a:lnTo>
                  <a:pt x="6399403" y="2376653"/>
                </a:lnTo>
                <a:moveTo>
                  <a:pt x="6399403" y="1584435"/>
                </a:moveTo>
                <a:lnTo>
                  <a:pt x="5485194" y="1584435"/>
                </a:lnTo>
                <a:moveTo>
                  <a:pt x="6399403" y="1584435"/>
                </a:moveTo>
                <a:lnTo>
                  <a:pt x="7313600" y="1584435"/>
                </a:lnTo>
                <a:moveTo>
                  <a:pt x="6399403" y="2376653"/>
                </a:moveTo>
                <a:lnTo>
                  <a:pt x="6399403" y="3168882"/>
                </a:lnTo>
                <a:moveTo>
                  <a:pt x="6399403" y="2376653"/>
                </a:moveTo>
                <a:lnTo>
                  <a:pt x="5485194" y="2376653"/>
                </a:lnTo>
                <a:moveTo>
                  <a:pt x="6399403" y="2376653"/>
                </a:moveTo>
                <a:lnTo>
                  <a:pt x="7313600" y="2376653"/>
                </a:lnTo>
                <a:moveTo>
                  <a:pt x="6399403" y="3168882"/>
                </a:moveTo>
                <a:lnTo>
                  <a:pt x="6399403" y="3961099"/>
                </a:lnTo>
                <a:moveTo>
                  <a:pt x="6399403" y="3168882"/>
                </a:moveTo>
                <a:lnTo>
                  <a:pt x="5485194" y="3168882"/>
                </a:lnTo>
                <a:moveTo>
                  <a:pt x="6399403" y="3168882"/>
                </a:moveTo>
                <a:lnTo>
                  <a:pt x="7313600" y="3168882"/>
                </a:lnTo>
                <a:moveTo>
                  <a:pt x="6399403" y="3961099"/>
                </a:moveTo>
                <a:lnTo>
                  <a:pt x="6399403" y="4753317"/>
                </a:lnTo>
                <a:moveTo>
                  <a:pt x="6399403" y="3961099"/>
                </a:moveTo>
                <a:lnTo>
                  <a:pt x="5485194" y="3961099"/>
                </a:lnTo>
                <a:moveTo>
                  <a:pt x="6399403" y="3961099"/>
                </a:moveTo>
                <a:lnTo>
                  <a:pt x="7313600" y="3961099"/>
                </a:lnTo>
                <a:moveTo>
                  <a:pt x="6399403" y="4753317"/>
                </a:moveTo>
                <a:lnTo>
                  <a:pt x="6399403" y="5545535"/>
                </a:lnTo>
                <a:moveTo>
                  <a:pt x="6399403" y="4753317"/>
                </a:moveTo>
                <a:lnTo>
                  <a:pt x="5485194" y="4753317"/>
                </a:lnTo>
                <a:moveTo>
                  <a:pt x="6399403" y="4753317"/>
                </a:moveTo>
                <a:lnTo>
                  <a:pt x="7313600" y="4753317"/>
                </a:lnTo>
                <a:moveTo>
                  <a:pt x="6399403" y="5545535"/>
                </a:moveTo>
                <a:lnTo>
                  <a:pt x="6399403" y="6337752"/>
                </a:lnTo>
                <a:moveTo>
                  <a:pt x="6399403" y="5545535"/>
                </a:moveTo>
                <a:lnTo>
                  <a:pt x="5485194" y="5545535"/>
                </a:lnTo>
                <a:moveTo>
                  <a:pt x="6399403" y="5545535"/>
                </a:moveTo>
                <a:lnTo>
                  <a:pt x="7313600" y="5545535"/>
                </a:lnTo>
                <a:moveTo>
                  <a:pt x="6399403" y="6337752"/>
                </a:moveTo>
                <a:lnTo>
                  <a:pt x="6399403" y="7129970"/>
                </a:lnTo>
                <a:moveTo>
                  <a:pt x="6399403" y="6337752"/>
                </a:moveTo>
                <a:lnTo>
                  <a:pt x="5485194" y="6337752"/>
                </a:lnTo>
                <a:moveTo>
                  <a:pt x="6399403" y="6337752"/>
                </a:moveTo>
                <a:lnTo>
                  <a:pt x="7313600" y="6337752"/>
                </a:lnTo>
                <a:moveTo>
                  <a:pt x="6399403" y="7129970"/>
                </a:moveTo>
                <a:lnTo>
                  <a:pt x="6399403" y="7922199"/>
                </a:lnTo>
                <a:moveTo>
                  <a:pt x="6399403" y="7129970"/>
                </a:moveTo>
                <a:lnTo>
                  <a:pt x="5485194" y="7129970"/>
                </a:lnTo>
                <a:moveTo>
                  <a:pt x="6399403" y="7129970"/>
                </a:moveTo>
                <a:lnTo>
                  <a:pt x="7313600" y="7129970"/>
                </a:lnTo>
                <a:moveTo>
                  <a:pt x="6399403" y="7922199"/>
                </a:moveTo>
                <a:lnTo>
                  <a:pt x="6399403" y="8714416"/>
                </a:lnTo>
                <a:moveTo>
                  <a:pt x="6399403" y="7922199"/>
                </a:moveTo>
                <a:lnTo>
                  <a:pt x="5485194" y="7922187"/>
                </a:lnTo>
                <a:moveTo>
                  <a:pt x="6399403" y="7922199"/>
                </a:moveTo>
                <a:lnTo>
                  <a:pt x="7313600" y="7922199"/>
                </a:lnTo>
                <a:moveTo>
                  <a:pt x="6399403" y="8714416"/>
                </a:moveTo>
                <a:lnTo>
                  <a:pt x="6399403" y="9506634"/>
                </a:lnTo>
                <a:moveTo>
                  <a:pt x="6399403" y="8714416"/>
                </a:moveTo>
                <a:lnTo>
                  <a:pt x="5485194" y="8714416"/>
                </a:lnTo>
                <a:moveTo>
                  <a:pt x="6399403" y="8714416"/>
                </a:moveTo>
                <a:lnTo>
                  <a:pt x="7313600" y="8714416"/>
                </a:lnTo>
                <a:moveTo>
                  <a:pt x="6399403" y="9506634"/>
                </a:moveTo>
                <a:lnTo>
                  <a:pt x="6399403" y="10298851"/>
                </a:lnTo>
                <a:moveTo>
                  <a:pt x="6399403" y="9506634"/>
                </a:moveTo>
                <a:lnTo>
                  <a:pt x="5485194" y="9506634"/>
                </a:lnTo>
                <a:moveTo>
                  <a:pt x="6399403" y="9506634"/>
                </a:moveTo>
                <a:lnTo>
                  <a:pt x="7313600" y="9506634"/>
                </a:lnTo>
                <a:moveTo>
                  <a:pt x="6399403" y="10298851"/>
                </a:moveTo>
                <a:lnTo>
                  <a:pt x="5485194" y="10298851"/>
                </a:lnTo>
                <a:moveTo>
                  <a:pt x="6399403" y="10298851"/>
                </a:moveTo>
                <a:lnTo>
                  <a:pt x="7313600" y="10298851"/>
                </a:lnTo>
                <a:moveTo>
                  <a:pt x="9141993" y="0"/>
                </a:moveTo>
                <a:lnTo>
                  <a:pt x="9141993" y="792220"/>
                </a:lnTo>
                <a:moveTo>
                  <a:pt x="9141993" y="0"/>
                </a:moveTo>
                <a:lnTo>
                  <a:pt x="8227796" y="0"/>
                </a:lnTo>
                <a:moveTo>
                  <a:pt x="9141993" y="0"/>
                </a:moveTo>
                <a:lnTo>
                  <a:pt x="10056203" y="0"/>
                </a:lnTo>
                <a:moveTo>
                  <a:pt x="9141993" y="792220"/>
                </a:moveTo>
                <a:lnTo>
                  <a:pt x="9141993" y="1584435"/>
                </a:lnTo>
                <a:moveTo>
                  <a:pt x="9141993" y="792220"/>
                </a:moveTo>
                <a:lnTo>
                  <a:pt x="8227796" y="792220"/>
                </a:lnTo>
                <a:moveTo>
                  <a:pt x="9141993" y="792220"/>
                </a:moveTo>
                <a:lnTo>
                  <a:pt x="10056203" y="792220"/>
                </a:lnTo>
                <a:moveTo>
                  <a:pt x="9141993" y="1584435"/>
                </a:moveTo>
                <a:lnTo>
                  <a:pt x="9141993" y="2376653"/>
                </a:lnTo>
                <a:moveTo>
                  <a:pt x="9141993" y="1584435"/>
                </a:moveTo>
                <a:lnTo>
                  <a:pt x="8227796" y="1584435"/>
                </a:lnTo>
                <a:moveTo>
                  <a:pt x="9141993" y="1584435"/>
                </a:moveTo>
                <a:lnTo>
                  <a:pt x="10056203" y="1584435"/>
                </a:lnTo>
                <a:moveTo>
                  <a:pt x="9141993" y="2376653"/>
                </a:moveTo>
                <a:lnTo>
                  <a:pt x="9141993" y="3168882"/>
                </a:lnTo>
                <a:moveTo>
                  <a:pt x="9141993" y="2376653"/>
                </a:moveTo>
                <a:lnTo>
                  <a:pt x="8227796" y="2376653"/>
                </a:lnTo>
                <a:moveTo>
                  <a:pt x="9141993" y="2376653"/>
                </a:moveTo>
                <a:lnTo>
                  <a:pt x="10056203" y="2376653"/>
                </a:lnTo>
                <a:moveTo>
                  <a:pt x="9141993" y="3168882"/>
                </a:moveTo>
                <a:lnTo>
                  <a:pt x="9141993" y="3961099"/>
                </a:lnTo>
                <a:moveTo>
                  <a:pt x="9141993" y="3168882"/>
                </a:moveTo>
                <a:lnTo>
                  <a:pt x="8227796" y="3168882"/>
                </a:lnTo>
                <a:moveTo>
                  <a:pt x="9141993" y="3168882"/>
                </a:moveTo>
                <a:lnTo>
                  <a:pt x="10056203" y="3168882"/>
                </a:lnTo>
                <a:moveTo>
                  <a:pt x="9141993" y="3961099"/>
                </a:moveTo>
                <a:lnTo>
                  <a:pt x="9141993" y="4753317"/>
                </a:lnTo>
                <a:moveTo>
                  <a:pt x="9141993" y="3961099"/>
                </a:moveTo>
                <a:lnTo>
                  <a:pt x="8227796" y="3961099"/>
                </a:lnTo>
                <a:moveTo>
                  <a:pt x="9141993" y="3961099"/>
                </a:moveTo>
                <a:lnTo>
                  <a:pt x="10056203" y="3961099"/>
                </a:lnTo>
                <a:moveTo>
                  <a:pt x="9141993" y="4753317"/>
                </a:moveTo>
                <a:lnTo>
                  <a:pt x="9141993" y="5545535"/>
                </a:lnTo>
                <a:moveTo>
                  <a:pt x="9141993" y="4753317"/>
                </a:moveTo>
                <a:lnTo>
                  <a:pt x="8227796" y="4753317"/>
                </a:lnTo>
                <a:moveTo>
                  <a:pt x="9141993" y="4753317"/>
                </a:moveTo>
                <a:lnTo>
                  <a:pt x="10056203" y="4753317"/>
                </a:lnTo>
                <a:moveTo>
                  <a:pt x="9141993" y="5545535"/>
                </a:moveTo>
                <a:lnTo>
                  <a:pt x="9141993" y="6337752"/>
                </a:lnTo>
                <a:moveTo>
                  <a:pt x="9141993" y="5545535"/>
                </a:moveTo>
                <a:lnTo>
                  <a:pt x="8227796" y="5545535"/>
                </a:lnTo>
                <a:moveTo>
                  <a:pt x="9141993" y="5545535"/>
                </a:moveTo>
                <a:lnTo>
                  <a:pt x="10056203" y="5545535"/>
                </a:lnTo>
                <a:moveTo>
                  <a:pt x="9141993" y="6337752"/>
                </a:moveTo>
                <a:lnTo>
                  <a:pt x="9141993" y="7129970"/>
                </a:lnTo>
                <a:moveTo>
                  <a:pt x="9141993" y="6337752"/>
                </a:moveTo>
                <a:lnTo>
                  <a:pt x="8227796" y="6337752"/>
                </a:lnTo>
                <a:moveTo>
                  <a:pt x="9141993" y="6337752"/>
                </a:moveTo>
                <a:lnTo>
                  <a:pt x="10056203" y="6337752"/>
                </a:lnTo>
                <a:moveTo>
                  <a:pt x="9141993" y="7129970"/>
                </a:moveTo>
                <a:lnTo>
                  <a:pt x="9141993" y="7922199"/>
                </a:lnTo>
                <a:moveTo>
                  <a:pt x="9141993" y="7129970"/>
                </a:moveTo>
                <a:lnTo>
                  <a:pt x="8227796" y="7129970"/>
                </a:lnTo>
                <a:moveTo>
                  <a:pt x="9141993" y="7129970"/>
                </a:moveTo>
                <a:lnTo>
                  <a:pt x="10056203" y="7129970"/>
                </a:lnTo>
                <a:moveTo>
                  <a:pt x="9141993" y="7922199"/>
                </a:moveTo>
                <a:lnTo>
                  <a:pt x="9141993" y="8714416"/>
                </a:lnTo>
                <a:moveTo>
                  <a:pt x="9141993" y="7922199"/>
                </a:moveTo>
                <a:lnTo>
                  <a:pt x="8227796" y="7922199"/>
                </a:lnTo>
                <a:moveTo>
                  <a:pt x="9141993" y="7922199"/>
                </a:moveTo>
                <a:lnTo>
                  <a:pt x="10056203" y="7922199"/>
                </a:lnTo>
                <a:moveTo>
                  <a:pt x="9141993" y="8714416"/>
                </a:moveTo>
                <a:lnTo>
                  <a:pt x="9141993" y="9506634"/>
                </a:lnTo>
                <a:moveTo>
                  <a:pt x="9141993" y="8714416"/>
                </a:moveTo>
                <a:lnTo>
                  <a:pt x="8227796" y="8714416"/>
                </a:lnTo>
                <a:moveTo>
                  <a:pt x="9141993" y="8714416"/>
                </a:moveTo>
                <a:lnTo>
                  <a:pt x="10056203" y="8714416"/>
                </a:lnTo>
                <a:moveTo>
                  <a:pt x="9141993" y="9506634"/>
                </a:moveTo>
                <a:lnTo>
                  <a:pt x="9141993" y="10298851"/>
                </a:lnTo>
                <a:moveTo>
                  <a:pt x="9141993" y="9506634"/>
                </a:moveTo>
                <a:lnTo>
                  <a:pt x="8227796" y="9506634"/>
                </a:lnTo>
                <a:moveTo>
                  <a:pt x="9141993" y="9506634"/>
                </a:moveTo>
                <a:lnTo>
                  <a:pt x="10056203" y="9506634"/>
                </a:lnTo>
                <a:moveTo>
                  <a:pt x="9141993" y="10298851"/>
                </a:moveTo>
                <a:lnTo>
                  <a:pt x="8227796" y="10298851"/>
                </a:lnTo>
                <a:moveTo>
                  <a:pt x="9141993" y="10298851"/>
                </a:moveTo>
                <a:lnTo>
                  <a:pt x="10056203" y="10298851"/>
                </a:lnTo>
                <a:moveTo>
                  <a:pt x="4570997" y="0"/>
                </a:moveTo>
                <a:lnTo>
                  <a:pt x="4570997" y="792220"/>
                </a:lnTo>
                <a:moveTo>
                  <a:pt x="4570997" y="0"/>
                </a:moveTo>
                <a:lnTo>
                  <a:pt x="5485194" y="0"/>
                </a:lnTo>
                <a:moveTo>
                  <a:pt x="4570997" y="792220"/>
                </a:moveTo>
                <a:lnTo>
                  <a:pt x="4570997" y="1584435"/>
                </a:lnTo>
                <a:moveTo>
                  <a:pt x="4570997" y="792220"/>
                </a:moveTo>
                <a:lnTo>
                  <a:pt x="5485194" y="792220"/>
                </a:lnTo>
                <a:moveTo>
                  <a:pt x="4570997" y="1584435"/>
                </a:moveTo>
                <a:lnTo>
                  <a:pt x="4570997" y="2376653"/>
                </a:lnTo>
                <a:moveTo>
                  <a:pt x="4570997" y="1584435"/>
                </a:moveTo>
                <a:lnTo>
                  <a:pt x="5485194" y="1584435"/>
                </a:lnTo>
                <a:moveTo>
                  <a:pt x="4570997" y="2376653"/>
                </a:moveTo>
                <a:lnTo>
                  <a:pt x="4570997" y="3168882"/>
                </a:lnTo>
                <a:moveTo>
                  <a:pt x="4570997" y="2376653"/>
                </a:moveTo>
                <a:lnTo>
                  <a:pt x="5485194" y="2376653"/>
                </a:lnTo>
                <a:moveTo>
                  <a:pt x="4570997" y="3168882"/>
                </a:moveTo>
                <a:lnTo>
                  <a:pt x="4570997" y="3961099"/>
                </a:lnTo>
                <a:moveTo>
                  <a:pt x="4570997" y="3168882"/>
                </a:moveTo>
                <a:lnTo>
                  <a:pt x="5485194" y="3168882"/>
                </a:lnTo>
                <a:moveTo>
                  <a:pt x="4570997" y="3961099"/>
                </a:moveTo>
                <a:lnTo>
                  <a:pt x="4570997" y="4753317"/>
                </a:lnTo>
                <a:moveTo>
                  <a:pt x="4570997" y="3961099"/>
                </a:moveTo>
                <a:lnTo>
                  <a:pt x="5485194" y="3961099"/>
                </a:lnTo>
                <a:moveTo>
                  <a:pt x="4570997" y="4753317"/>
                </a:moveTo>
                <a:lnTo>
                  <a:pt x="4570997" y="5545535"/>
                </a:lnTo>
                <a:moveTo>
                  <a:pt x="4570997" y="4753317"/>
                </a:moveTo>
                <a:lnTo>
                  <a:pt x="5485194" y="4753317"/>
                </a:lnTo>
                <a:moveTo>
                  <a:pt x="4570997" y="5545535"/>
                </a:moveTo>
                <a:lnTo>
                  <a:pt x="4570997" y="6337752"/>
                </a:lnTo>
                <a:moveTo>
                  <a:pt x="4570997" y="5545535"/>
                </a:moveTo>
                <a:lnTo>
                  <a:pt x="5485194" y="5545535"/>
                </a:lnTo>
                <a:moveTo>
                  <a:pt x="4570997" y="6337752"/>
                </a:moveTo>
                <a:lnTo>
                  <a:pt x="4570997" y="7129970"/>
                </a:lnTo>
                <a:moveTo>
                  <a:pt x="4570997" y="6337752"/>
                </a:moveTo>
                <a:lnTo>
                  <a:pt x="5485194" y="6337752"/>
                </a:lnTo>
                <a:moveTo>
                  <a:pt x="4570997" y="7129970"/>
                </a:moveTo>
                <a:lnTo>
                  <a:pt x="4570997" y="7922187"/>
                </a:lnTo>
                <a:moveTo>
                  <a:pt x="4570997" y="7129970"/>
                </a:moveTo>
                <a:lnTo>
                  <a:pt x="5485194" y="7129970"/>
                </a:lnTo>
                <a:moveTo>
                  <a:pt x="4570997" y="7922187"/>
                </a:moveTo>
                <a:lnTo>
                  <a:pt x="4570997" y="8714416"/>
                </a:lnTo>
                <a:moveTo>
                  <a:pt x="4570997" y="7922187"/>
                </a:moveTo>
                <a:lnTo>
                  <a:pt x="5485194" y="7922187"/>
                </a:lnTo>
                <a:moveTo>
                  <a:pt x="4570997" y="8714416"/>
                </a:moveTo>
                <a:lnTo>
                  <a:pt x="4570997" y="9506634"/>
                </a:lnTo>
                <a:moveTo>
                  <a:pt x="4570997" y="8714416"/>
                </a:moveTo>
                <a:lnTo>
                  <a:pt x="5485194" y="8714416"/>
                </a:lnTo>
                <a:moveTo>
                  <a:pt x="4570997" y="9506634"/>
                </a:moveTo>
                <a:lnTo>
                  <a:pt x="4570997" y="10298851"/>
                </a:lnTo>
                <a:moveTo>
                  <a:pt x="4570997" y="9506634"/>
                </a:moveTo>
                <a:lnTo>
                  <a:pt x="5485194" y="9506634"/>
                </a:lnTo>
                <a:moveTo>
                  <a:pt x="4570997" y="10298851"/>
                </a:moveTo>
                <a:lnTo>
                  <a:pt x="5485194" y="10298851"/>
                </a:lnTo>
                <a:moveTo>
                  <a:pt x="7313600" y="0"/>
                </a:moveTo>
                <a:lnTo>
                  <a:pt x="7313600" y="792220"/>
                </a:lnTo>
                <a:moveTo>
                  <a:pt x="7313600" y="0"/>
                </a:moveTo>
                <a:lnTo>
                  <a:pt x="8227796" y="0"/>
                </a:lnTo>
                <a:moveTo>
                  <a:pt x="7313600" y="792220"/>
                </a:moveTo>
                <a:lnTo>
                  <a:pt x="7313600" y="1584435"/>
                </a:lnTo>
                <a:moveTo>
                  <a:pt x="7313600" y="792220"/>
                </a:moveTo>
                <a:lnTo>
                  <a:pt x="8227796" y="792220"/>
                </a:lnTo>
                <a:moveTo>
                  <a:pt x="7313600" y="1584435"/>
                </a:moveTo>
                <a:lnTo>
                  <a:pt x="7313600" y="2376653"/>
                </a:lnTo>
                <a:moveTo>
                  <a:pt x="7313600" y="1584435"/>
                </a:moveTo>
                <a:lnTo>
                  <a:pt x="8227796" y="1584435"/>
                </a:lnTo>
                <a:moveTo>
                  <a:pt x="7313600" y="2376653"/>
                </a:moveTo>
                <a:lnTo>
                  <a:pt x="7313600" y="3168882"/>
                </a:lnTo>
                <a:moveTo>
                  <a:pt x="7313600" y="2376653"/>
                </a:moveTo>
                <a:lnTo>
                  <a:pt x="8227796" y="2376653"/>
                </a:lnTo>
                <a:moveTo>
                  <a:pt x="7313600" y="3168882"/>
                </a:moveTo>
                <a:lnTo>
                  <a:pt x="7313600" y="3961099"/>
                </a:lnTo>
                <a:moveTo>
                  <a:pt x="7313600" y="3168882"/>
                </a:moveTo>
                <a:lnTo>
                  <a:pt x="8227796" y="3168882"/>
                </a:lnTo>
                <a:moveTo>
                  <a:pt x="7313600" y="3961099"/>
                </a:moveTo>
                <a:lnTo>
                  <a:pt x="7313600" y="4753317"/>
                </a:lnTo>
                <a:moveTo>
                  <a:pt x="7313600" y="3961099"/>
                </a:moveTo>
                <a:lnTo>
                  <a:pt x="8227796" y="3961099"/>
                </a:lnTo>
                <a:moveTo>
                  <a:pt x="7313600" y="4753317"/>
                </a:moveTo>
                <a:lnTo>
                  <a:pt x="7313600" y="5545535"/>
                </a:lnTo>
                <a:moveTo>
                  <a:pt x="7313600" y="4753317"/>
                </a:moveTo>
                <a:lnTo>
                  <a:pt x="8227796" y="4753317"/>
                </a:lnTo>
                <a:moveTo>
                  <a:pt x="7313600" y="5545535"/>
                </a:moveTo>
                <a:lnTo>
                  <a:pt x="7313600" y="6337752"/>
                </a:lnTo>
                <a:moveTo>
                  <a:pt x="7313600" y="5545535"/>
                </a:moveTo>
                <a:lnTo>
                  <a:pt x="8227796" y="5545535"/>
                </a:lnTo>
                <a:moveTo>
                  <a:pt x="7313600" y="6337752"/>
                </a:moveTo>
                <a:lnTo>
                  <a:pt x="7313600" y="7129970"/>
                </a:lnTo>
                <a:moveTo>
                  <a:pt x="7313600" y="6337752"/>
                </a:moveTo>
                <a:lnTo>
                  <a:pt x="8227796" y="6337752"/>
                </a:lnTo>
                <a:moveTo>
                  <a:pt x="7313600" y="7129970"/>
                </a:moveTo>
                <a:lnTo>
                  <a:pt x="7313600" y="7922199"/>
                </a:lnTo>
                <a:moveTo>
                  <a:pt x="7313600" y="7129970"/>
                </a:moveTo>
                <a:lnTo>
                  <a:pt x="8227796" y="7129970"/>
                </a:lnTo>
                <a:moveTo>
                  <a:pt x="7313600" y="7922199"/>
                </a:moveTo>
                <a:lnTo>
                  <a:pt x="7313600" y="8714416"/>
                </a:lnTo>
                <a:moveTo>
                  <a:pt x="7313600" y="7922199"/>
                </a:moveTo>
                <a:lnTo>
                  <a:pt x="8227796" y="7922199"/>
                </a:lnTo>
                <a:moveTo>
                  <a:pt x="7313600" y="8714416"/>
                </a:moveTo>
                <a:lnTo>
                  <a:pt x="7313600" y="9506634"/>
                </a:lnTo>
                <a:moveTo>
                  <a:pt x="7313600" y="8714416"/>
                </a:moveTo>
                <a:lnTo>
                  <a:pt x="8227796" y="8714416"/>
                </a:lnTo>
                <a:moveTo>
                  <a:pt x="7313600" y="9506634"/>
                </a:moveTo>
                <a:lnTo>
                  <a:pt x="7313600" y="10298851"/>
                </a:lnTo>
                <a:moveTo>
                  <a:pt x="7313600" y="9506634"/>
                </a:moveTo>
                <a:lnTo>
                  <a:pt x="8227796" y="9506634"/>
                </a:lnTo>
                <a:moveTo>
                  <a:pt x="7313600" y="10298851"/>
                </a:moveTo>
                <a:lnTo>
                  <a:pt x="8227796" y="10298851"/>
                </a:lnTo>
                <a:moveTo>
                  <a:pt x="10056203" y="0"/>
                </a:moveTo>
                <a:lnTo>
                  <a:pt x="10056203" y="792220"/>
                </a:lnTo>
                <a:moveTo>
                  <a:pt x="10056203" y="0"/>
                </a:moveTo>
                <a:lnTo>
                  <a:pt x="10970399" y="0"/>
                </a:lnTo>
                <a:moveTo>
                  <a:pt x="10056203" y="792220"/>
                </a:moveTo>
                <a:lnTo>
                  <a:pt x="10056203" y="1584435"/>
                </a:lnTo>
                <a:moveTo>
                  <a:pt x="10056203" y="792220"/>
                </a:moveTo>
                <a:lnTo>
                  <a:pt x="10970399" y="792220"/>
                </a:lnTo>
                <a:moveTo>
                  <a:pt x="10056203" y="1584435"/>
                </a:moveTo>
                <a:lnTo>
                  <a:pt x="10056203" y="2376653"/>
                </a:lnTo>
                <a:moveTo>
                  <a:pt x="10056203" y="1584435"/>
                </a:moveTo>
                <a:lnTo>
                  <a:pt x="10970399" y="1584435"/>
                </a:lnTo>
                <a:moveTo>
                  <a:pt x="10056203" y="2376653"/>
                </a:moveTo>
                <a:lnTo>
                  <a:pt x="10056203" y="3168882"/>
                </a:lnTo>
                <a:moveTo>
                  <a:pt x="10056203" y="2376653"/>
                </a:moveTo>
                <a:lnTo>
                  <a:pt x="10970399" y="2376653"/>
                </a:lnTo>
                <a:moveTo>
                  <a:pt x="10056203" y="3168882"/>
                </a:moveTo>
                <a:lnTo>
                  <a:pt x="10056203" y="3961099"/>
                </a:lnTo>
                <a:moveTo>
                  <a:pt x="10056203" y="3168882"/>
                </a:moveTo>
                <a:lnTo>
                  <a:pt x="10970399" y="3168882"/>
                </a:lnTo>
                <a:moveTo>
                  <a:pt x="10056203" y="3961099"/>
                </a:moveTo>
                <a:lnTo>
                  <a:pt x="10056203" y="4753317"/>
                </a:lnTo>
                <a:moveTo>
                  <a:pt x="10056203" y="3961099"/>
                </a:moveTo>
                <a:lnTo>
                  <a:pt x="10970399" y="3961099"/>
                </a:lnTo>
                <a:moveTo>
                  <a:pt x="10056203" y="4753317"/>
                </a:moveTo>
                <a:lnTo>
                  <a:pt x="10056203" y="5545535"/>
                </a:lnTo>
                <a:moveTo>
                  <a:pt x="10056203" y="4753317"/>
                </a:moveTo>
                <a:lnTo>
                  <a:pt x="10970399" y="4753317"/>
                </a:lnTo>
                <a:moveTo>
                  <a:pt x="10056203" y="5545535"/>
                </a:moveTo>
                <a:lnTo>
                  <a:pt x="10056203" y="6337752"/>
                </a:lnTo>
                <a:moveTo>
                  <a:pt x="10056203" y="5545535"/>
                </a:moveTo>
                <a:lnTo>
                  <a:pt x="10970399" y="5545535"/>
                </a:lnTo>
                <a:moveTo>
                  <a:pt x="10056203" y="6337752"/>
                </a:moveTo>
                <a:lnTo>
                  <a:pt x="10056203" y="7129970"/>
                </a:lnTo>
                <a:moveTo>
                  <a:pt x="10056203" y="6337752"/>
                </a:moveTo>
                <a:lnTo>
                  <a:pt x="10970399" y="6337752"/>
                </a:lnTo>
                <a:moveTo>
                  <a:pt x="10056203" y="7129970"/>
                </a:moveTo>
                <a:lnTo>
                  <a:pt x="10056203" y="7922199"/>
                </a:lnTo>
                <a:moveTo>
                  <a:pt x="10056203" y="7129970"/>
                </a:moveTo>
                <a:lnTo>
                  <a:pt x="10970399" y="7129970"/>
                </a:lnTo>
                <a:moveTo>
                  <a:pt x="10056203" y="7922199"/>
                </a:moveTo>
                <a:lnTo>
                  <a:pt x="10056203" y="8714416"/>
                </a:lnTo>
                <a:moveTo>
                  <a:pt x="10056203" y="7922199"/>
                </a:moveTo>
                <a:lnTo>
                  <a:pt x="10970399" y="7922199"/>
                </a:lnTo>
                <a:moveTo>
                  <a:pt x="10056203" y="8714416"/>
                </a:moveTo>
                <a:lnTo>
                  <a:pt x="10056203" y="9506634"/>
                </a:lnTo>
                <a:moveTo>
                  <a:pt x="10056203" y="8714416"/>
                </a:moveTo>
                <a:lnTo>
                  <a:pt x="10970399" y="8714416"/>
                </a:lnTo>
                <a:moveTo>
                  <a:pt x="10056203" y="9506634"/>
                </a:moveTo>
                <a:lnTo>
                  <a:pt x="10056203" y="10298851"/>
                </a:lnTo>
                <a:moveTo>
                  <a:pt x="10056203" y="9506634"/>
                </a:moveTo>
                <a:lnTo>
                  <a:pt x="10970399" y="9506634"/>
                </a:lnTo>
                <a:moveTo>
                  <a:pt x="10056203" y="10298851"/>
                </a:moveTo>
                <a:lnTo>
                  <a:pt x="10970399" y="10298851"/>
                </a:lnTo>
                <a:moveTo>
                  <a:pt x="5485194" y="0"/>
                </a:moveTo>
                <a:lnTo>
                  <a:pt x="5485194" y="792220"/>
                </a:lnTo>
                <a:moveTo>
                  <a:pt x="5485194" y="792220"/>
                </a:moveTo>
                <a:lnTo>
                  <a:pt x="5485194" y="1584435"/>
                </a:lnTo>
                <a:moveTo>
                  <a:pt x="5485194" y="1584435"/>
                </a:moveTo>
                <a:lnTo>
                  <a:pt x="5485194" y="2376653"/>
                </a:lnTo>
                <a:moveTo>
                  <a:pt x="5485194" y="2376653"/>
                </a:moveTo>
                <a:lnTo>
                  <a:pt x="5485194" y="3168882"/>
                </a:lnTo>
                <a:moveTo>
                  <a:pt x="5485194" y="3168882"/>
                </a:moveTo>
                <a:lnTo>
                  <a:pt x="5485194" y="3961099"/>
                </a:lnTo>
                <a:moveTo>
                  <a:pt x="5485194" y="3961099"/>
                </a:moveTo>
                <a:lnTo>
                  <a:pt x="5485194" y="4753317"/>
                </a:lnTo>
                <a:moveTo>
                  <a:pt x="5485194" y="4753317"/>
                </a:moveTo>
                <a:lnTo>
                  <a:pt x="5485194" y="5545535"/>
                </a:lnTo>
                <a:moveTo>
                  <a:pt x="5485194" y="5545535"/>
                </a:moveTo>
                <a:lnTo>
                  <a:pt x="5485194" y="6337752"/>
                </a:lnTo>
                <a:moveTo>
                  <a:pt x="5485194" y="6337752"/>
                </a:moveTo>
                <a:lnTo>
                  <a:pt x="5485194" y="7129970"/>
                </a:lnTo>
                <a:moveTo>
                  <a:pt x="5485194" y="7129970"/>
                </a:moveTo>
                <a:lnTo>
                  <a:pt x="5485194" y="7922187"/>
                </a:lnTo>
                <a:moveTo>
                  <a:pt x="5485194" y="7922187"/>
                </a:moveTo>
                <a:lnTo>
                  <a:pt x="5485194" y="8714416"/>
                </a:lnTo>
                <a:moveTo>
                  <a:pt x="5485194" y="8714416"/>
                </a:moveTo>
                <a:lnTo>
                  <a:pt x="5485194" y="9506634"/>
                </a:lnTo>
                <a:moveTo>
                  <a:pt x="5485194" y="9506634"/>
                </a:moveTo>
                <a:lnTo>
                  <a:pt x="5485194" y="10298851"/>
                </a:lnTo>
                <a:moveTo>
                  <a:pt x="8227796" y="0"/>
                </a:moveTo>
                <a:lnTo>
                  <a:pt x="8227796" y="792220"/>
                </a:lnTo>
                <a:moveTo>
                  <a:pt x="8227796" y="792220"/>
                </a:moveTo>
                <a:lnTo>
                  <a:pt x="8227796" y="1584435"/>
                </a:lnTo>
                <a:moveTo>
                  <a:pt x="8227796" y="1584435"/>
                </a:moveTo>
                <a:lnTo>
                  <a:pt x="8227796" y="2376653"/>
                </a:lnTo>
                <a:moveTo>
                  <a:pt x="8227796" y="2376653"/>
                </a:moveTo>
                <a:lnTo>
                  <a:pt x="8227796" y="3168882"/>
                </a:lnTo>
                <a:moveTo>
                  <a:pt x="8227796" y="3168882"/>
                </a:moveTo>
                <a:lnTo>
                  <a:pt x="8227796" y="3961099"/>
                </a:lnTo>
                <a:moveTo>
                  <a:pt x="8227796" y="3961099"/>
                </a:moveTo>
                <a:lnTo>
                  <a:pt x="8227796" y="4753317"/>
                </a:lnTo>
                <a:moveTo>
                  <a:pt x="8227796" y="4753317"/>
                </a:moveTo>
                <a:lnTo>
                  <a:pt x="8227796" y="5545535"/>
                </a:lnTo>
                <a:moveTo>
                  <a:pt x="8227796" y="5545535"/>
                </a:moveTo>
                <a:lnTo>
                  <a:pt x="8227796" y="6337752"/>
                </a:lnTo>
                <a:moveTo>
                  <a:pt x="8227796" y="6337752"/>
                </a:moveTo>
                <a:lnTo>
                  <a:pt x="8227796" y="7129970"/>
                </a:lnTo>
                <a:moveTo>
                  <a:pt x="8227796" y="7129970"/>
                </a:moveTo>
                <a:lnTo>
                  <a:pt x="8227796" y="7922199"/>
                </a:lnTo>
                <a:moveTo>
                  <a:pt x="8227796" y="7922199"/>
                </a:moveTo>
                <a:lnTo>
                  <a:pt x="8227796" y="8714416"/>
                </a:lnTo>
                <a:moveTo>
                  <a:pt x="8227796" y="8714416"/>
                </a:moveTo>
                <a:lnTo>
                  <a:pt x="8227796" y="9506634"/>
                </a:lnTo>
                <a:moveTo>
                  <a:pt x="8227796" y="9506634"/>
                </a:moveTo>
                <a:lnTo>
                  <a:pt x="8227796" y="10298851"/>
                </a:lnTo>
                <a:moveTo>
                  <a:pt x="10970399" y="0"/>
                </a:moveTo>
                <a:lnTo>
                  <a:pt x="10970399" y="792220"/>
                </a:lnTo>
                <a:moveTo>
                  <a:pt x="10970399" y="0"/>
                </a:moveTo>
                <a:lnTo>
                  <a:pt x="11884596" y="0"/>
                </a:lnTo>
                <a:lnTo>
                  <a:pt x="11884596" y="10298851"/>
                </a:lnTo>
                <a:lnTo>
                  <a:pt x="10970399" y="10298851"/>
                </a:lnTo>
                <a:moveTo>
                  <a:pt x="10970399" y="792220"/>
                </a:moveTo>
                <a:lnTo>
                  <a:pt x="10970399" y="1584435"/>
                </a:lnTo>
                <a:moveTo>
                  <a:pt x="10970399" y="792220"/>
                </a:moveTo>
                <a:lnTo>
                  <a:pt x="11884584" y="792220"/>
                </a:lnTo>
                <a:moveTo>
                  <a:pt x="10970399" y="1584435"/>
                </a:moveTo>
                <a:lnTo>
                  <a:pt x="10970399" y="2376653"/>
                </a:lnTo>
                <a:moveTo>
                  <a:pt x="10970399" y="1584435"/>
                </a:moveTo>
                <a:lnTo>
                  <a:pt x="11884584" y="1584435"/>
                </a:lnTo>
                <a:moveTo>
                  <a:pt x="10970399" y="2376653"/>
                </a:moveTo>
                <a:lnTo>
                  <a:pt x="10970399" y="3168882"/>
                </a:lnTo>
                <a:moveTo>
                  <a:pt x="10970399" y="2376653"/>
                </a:moveTo>
                <a:lnTo>
                  <a:pt x="11884584" y="2376653"/>
                </a:lnTo>
                <a:moveTo>
                  <a:pt x="10970399" y="3168882"/>
                </a:moveTo>
                <a:lnTo>
                  <a:pt x="10970399" y="3961099"/>
                </a:lnTo>
                <a:moveTo>
                  <a:pt x="10970399" y="3168882"/>
                </a:moveTo>
                <a:lnTo>
                  <a:pt x="11884584" y="3168882"/>
                </a:lnTo>
                <a:moveTo>
                  <a:pt x="10970399" y="3961099"/>
                </a:moveTo>
                <a:lnTo>
                  <a:pt x="10970399" y="4753317"/>
                </a:lnTo>
                <a:moveTo>
                  <a:pt x="10970399" y="3961099"/>
                </a:moveTo>
                <a:lnTo>
                  <a:pt x="11884584" y="3961099"/>
                </a:lnTo>
                <a:moveTo>
                  <a:pt x="10970399" y="4753317"/>
                </a:moveTo>
                <a:lnTo>
                  <a:pt x="10970399" y="5545535"/>
                </a:lnTo>
                <a:moveTo>
                  <a:pt x="10970399" y="4753317"/>
                </a:moveTo>
                <a:lnTo>
                  <a:pt x="11884584" y="4753317"/>
                </a:lnTo>
                <a:moveTo>
                  <a:pt x="10970399" y="5545535"/>
                </a:moveTo>
                <a:lnTo>
                  <a:pt x="10970399" y="6337752"/>
                </a:lnTo>
                <a:moveTo>
                  <a:pt x="10970399" y="5545535"/>
                </a:moveTo>
                <a:lnTo>
                  <a:pt x="11884584" y="5545535"/>
                </a:lnTo>
                <a:moveTo>
                  <a:pt x="10970399" y="6337752"/>
                </a:moveTo>
                <a:lnTo>
                  <a:pt x="10970399" y="7129970"/>
                </a:lnTo>
                <a:moveTo>
                  <a:pt x="10970399" y="6337752"/>
                </a:moveTo>
                <a:lnTo>
                  <a:pt x="11884584" y="6337752"/>
                </a:lnTo>
                <a:moveTo>
                  <a:pt x="10970399" y="7129970"/>
                </a:moveTo>
                <a:lnTo>
                  <a:pt x="10970399" y="7922199"/>
                </a:lnTo>
                <a:moveTo>
                  <a:pt x="10970399" y="7129970"/>
                </a:moveTo>
                <a:lnTo>
                  <a:pt x="11884584" y="7129970"/>
                </a:lnTo>
                <a:moveTo>
                  <a:pt x="10970399" y="7922199"/>
                </a:moveTo>
                <a:lnTo>
                  <a:pt x="10970399" y="8714416"/>
                </a:lnTo>
                <a:moveTo>
                  <a:pt x="10970399" y="7922199"/>
                </a:moveTo>
                <a:lnTo>
                  <a:pt x="11884584" y="7922199"/>
                </a:lnTo>
                <a:moveTo>
                  <a:pt x="10970399" y="8714416"/>
                </a:moveTo>
                <a:lnTo>
                  <a:pt x="10970399" y="9506634"/>
                </a:lnTo>
                <a:moveTo>
                  <a:pt x="10970399" y="8714416"/>
                </a:moveTo>
                <a:lnTo>
                  <a:pt x="11884584" y="8714416"/>
                </a:lnTo>
                <a:moveTo>
                  <a:pt x="10970399" y="9506634"/>
                </a:moveTo>
                <a:lnTo>
                  <a:pt x="10970399" y="10298851"/>
                </a:lnTo>
                <a:moveTo>
                  <a:pt x="10970399" y="9506634"/>
                </a:moveTo>
                <a:lnTo>
                  <a:pt x="11884584" y="9506634"/>
                </a:lnTo>
                <a:moveTo>
                  <a:pt x="7317601" y="0"/>
                </a:moveTo>
                <a:lnTo>
                  <a:pt x="7317601" y="792219"/>
                </a:lnTo>
                <a:moveTo>
                  <a:pt x="7317601" y="0"/>
                </a:moveTo>
                <a:lnTo>
                  <a:pt x="6403404" y="0"/>
                </a:lnTo>
                <a:lnTo>
                  <a:pt x="6403404" y="792219"/>
                </a:lnTo>
                <a:moveTo>
                  <a:pt x="7317601" y="0"/>
                </a:moveTo>
                <a:lnTo>
                  <a:pt x="8231797" y="0"/>
                </a:lnTo>
                <a:moveTo>
                  <a:pt x="7317601" y="792219"/>
                </a:moveTo>
                <a:lnTo>
                  <a:pt x="7317601" y="1584435"/>
                </a:lnTo>
                <a:moveTo>
                  <a:pt x="7317601" y="792219"/>
                </a:moveTo>
                <a:lnTo>
                  <a:pt x="6403404" y="792219"/>
                </a:lnTo>
                <a:moveTo>
                  <a:pt x="7317601" y="792219"/>
                </a:moveTo>
                <a:lnTo>
                  <a:pt x="8231797" y="792220"/>
                </a:lnTo>
                <a:moveTo>
                  <a:pt x="7317601" y="1584435"/>
                </a:moveTo>
                <a:lnTo>
                  <a:pt x="7317601" y="2376653"/>
                </a:lnTo>
                <a:moveTo>
                  <a:pt x="7317601" y="1584435"/>
                </a:moveTo>
                <a:lnTo>
                  <a:pt x="6403404" y="1584435"/>
                </a:lnTo>
                <a:moveTo>
                  <a:pt x="7317601" y="1584435"/>
                </a:moveTo>
                <a:lnTo>
                  <a:pt x="8231797" y="1584435"/>
                </a:lnTo>
                <a:moveTo>
                  <a:pt x="7317601" y="2376653"/>
                </a:moveTo>
                <a:lnTo>
                  <a:pt x="7317601" y="3168882"/>
                </a:lnTo>
                <a:moveTo>
                  <a:pt x="7317601" y="2376653"/>
                </a:moveTo>
                <a:lnTo>
                  <a:pt x="6403404" y="2376653"/>
                </a:lnTo>
                <a:moveTo>
                  <a:pt x="7317601" y="2376653"/>
                </a:moveTo>
                <a:lnTo>
                  <a:pt x="8231797" y="2376653"/>
                </a:lnTo>
                <a:moveTo>
                  <a:pt x="7317601" y="3168882"/>
                </a:moveTo>
                <a:lnTo>
                  <a:pt x="7317601" y="3961099"/>
                </a:lnTo>
                <a:moveTo>
                  <a:pt x="7317601" y="3168882"/>
                </a:moveTo>
                <a:lnTo>
                  <a:pt x="6403404" y="3168882"/>
                </a:lnTo>
                <a:moveTo>
                  <a:pt x="7317601" y="3168882"/>
                </a:moveTo>
                <a:lnTo>
                  <a:pt x="8231797" y="3168882"/>
                </a:lnTo>
                <a:moveTo>
                  <a:pt x="7317601" y="3961099"/>
                </a:moveTo>
                <a:lnTo>
                  <a:pt x="7317601" y="4753317"/>
                </a:lnTo>
                <a:moveTo>
                  <a:pt x="7317601" y="3961099"/>
                </a:moveTo>
                <a:lnTo>
                  <a:pt x="6403404" y="3961099"/>
                </a:lnTo>
                <a:moveTo>
                  <a:pt x="7317601" y="3961099"/>
                </a:moveTo>
                <a:lnTo>
                  <a:pt x="8231797" y="3961099"/>
                </a:lnTo>
                <a:moveTo>
                  <a:pt x="7317601" y="4753317"/>
                </a:moveTo>
                <a:lnTo>
                  <a:pt x="7317601" y="5545535"/>
                </a:lnTo>
                <a:moveTo>
                  <a:pt x="7317601" y="4753317"/>
                </a:moveTo>
                <a:lnTo>
                  <a:pt x="6403404" y="4753317"/>
                </a:lnTo>
                <a:moveTo>
                  <a:pt x="7317601" y="4753317"/>
                </a:moveTo>
                <a:lnTo>
                  <a:pt x="8231797" y="4753317"/>
                </a:lnTo>
                <a:moveTo>
                  <a:pt x="7317601" y="5545535"/>
                </a:moveTo>
                <a:lnTo>
                  <a:pt x="7317601" y="6337752"/>
                </a:lnTo>
                <a:moveTo>
                  <a:pt x="7317601" y="5545535"/>
                </a:moveTo>
                <a:lnTo>
                  <a:pt x="6403404" y="5545535"/>
                </a:lnTo>
                <a:moveTo>
                  <a:pt x="7317601" y="5545535"/>
                </a:moveTo>
                <a:lnTo>
                  <a:pt x="8231797" y="5545535"/>
                </a:lnTo>
                <a:moveTo>
                  <a:pt x="7317601" y="6337752"/>
                </a:moveTo>
                <a:lnTo>
                  <a:pt x="7317601" y="7129970"/>
                </a:lnTo>
                <a:moveTo>
                  <a:pt x="7317601" y="6337752"/>
                </a:moveTo>
                <a:lnTo>
                  <a:pt x="6403404" y="6337752"/>
                </a:lnTo>
                <a:moveTo>
                  <a:pt x="7317601" y="6337752"/>
                </a:moveTo>
                <a:lnTo>
                  <a:pt x="8231797" y="6337752"/>
                </a:lnTo>
                <a:moveTo>
                  <a:pt x="7317601" y="7129970"/>
                </a:moveTo>
                <a:lnTo>
                  <a:pt x="7317601" y="7922187"/>
                </a:lnTo>
                <a:moveTo>
                  <a:pt x="7317601" y="7129970"/>
                </a:moveTo>
                <a:lnTo>
                  <a:pt x="6403404" y="7129970"/>
                </a:lnTo>
                <a:moveTo>
                  <a:pt x="7317601" y="7129970"/>
                </a:moveTo>
                <a:lnTo>
                  <a:pt x="8231797" y="7129970"/>
                </a:lnTo>
                <a:moveTo>
                  <a:pt x="7317601" y="7922187"/>
                </a:moveTo>
                <a:lnTo>
                  <a:pt x="7317601" y="8714416"/>
                </a:lnTo>
                <a:moveTo>
                  <a:pt x="7317601" y="7922187"/>
                </a:moveTo>
                <a:lnTo>
                  <a:pt x="6403404" y="7922187"/>
                </a:lnTo>
                <a:moveTo>
                  <a:pt x="7317601" y="7922187"/>
                </a:moveTo>
                <a:lnTo>
                  <a:pt x="8231797" y="7922187"/>
                </a:lnTo>
                <a:moveTo>
                  <a:pt x="7317601" y="8714416"/>
                </a:moveTo>
                <a:lnTo>
                  <a:pt x="7317601" y="9506634"/>
                </a:lnTo>
                <a:moveTo>
                  <a:pt x="7317601" y="8714416"/>
                </a:moveTo>
                <a:lnTo>
                  <a:pt x="6403404" y="8714416"/>
                </a:lnTo>
                <a:moveTo>
                  <a:pt x="7317601" y="8714416"/>
                </a:moveTo>
                <a:lnTo>
                  <a:pt x="8231797" y="8714416"/>
                </a:lnTo>
                <a:moveTo>
                  <a:pt x="7317601" y="9506634"/>
                </a:moveTo>
                <a:lnTo>
                  <a:pt x="7317601" y="10298851"/>
                </a:lnTo>
                <a:moveTo>
                  <a:pt x="7317601" y="9506634"/>
                </a:moveTo>
                <a:lnTo>
                  <a:pt x="6403404" y="9506634"/>
                </a:lnTo>
                <a:moveTo>
                  <a:pt x="7317601" y="9506634"/>
                </a:moveTo>
                <a:lnTo>
                  <a:pt x="8231797" y="9506634"/>
                </a:lnTo>
                <a:moveTo>
                  <a:pt x="7317601" y="10298851"/>
                </a:moveTo>
                <a:lnTo>
                  <a:pt x="6403404" y="10298851"/>
                </a:lnTo>
                <a:lnTo>
                  <a:pt x="6403404" y="9506634"/>
                </a:lnTo>
                <a:moveTo>
                  <a:pt x="7317601" y="10298851"/>
                </a:moveTo>
                <a:lnTo>
                  <a:pt x="8231797" y="10298851"/>
                </a:lnTo>
                <a:moveTo>
                  <a:pt x="6403404" y="792219"/>
                </a:moveTo>
                <a:lnTo>
                  <a:pt x="6403404" y="1584435"/>
                </a:lnTo>
                <a:moveTo>
                  <a:pt x="6403404" y="1584435"/>
                </a:moveTo>
                <a:lnTo>
                  <a:pt x="6403404" y="2376653"/>
                </a:lnTo>
                <a:moveTo>
                  <a:pt x="6403404" y="2376653"/>
                </a:moveTo>
                <a:lnTo>
                  <a:pt x="6403404" y="3168882"/>
                </a:lnTo>
                <a:moveTo>
                  <a:pt x="6403404" y="3168882"/>
                </a:moveTo>
                <a:lnTo>
                  <a:pt x="6403404" y="3961099"/>
                </a:lnTo>
                <a:moveTo>
                  <a:pt x="6403404" y="3961099"/>
                </a:moveTo>
                <a:lnTo>
                  <a:pt x="6403404" y="4753317"/>
                </a:lnTo>
                <a:moveTo>
                  <a:pt x="6403404" y="4753317"/>
                </a:moveTo>
                <a:lnTo>
                  <a:pt x="6403404" y="5545535"/>
                </a:lnTo>
                <a:moveTo>
                  <a:pt x="6403404" y="5545535"/>
                </a:moveTo>
                <a:lnTo>
                  <a:pt x="6403404" y="6337752"/>
                </a:lnTo>
                <a:moveTo>
                  <a:pt x="6403404" y="6337752"/>
                </a:moveTo>
                <a:lnTo>
                  <a:pt x="6403404" y="7129970"/>
                </a:lnTo>
                <a:moveTo>
                  <a:pt x="6403404" y="7129970"/>
                </a:moveTo>
                <a:lnTo>
                  <a:pt x="6403404" y="7922187"/>
                </a:lnTo>
                <a:moveTo>
                  <a:pt x="6403404" y="7922187"/>
                </a:moveTo>
                <a:lnTo>
                  <a:pt x="6403404" y="8714416"/>
                </a:lnTo>
                <a:moveTo>
                  <a:pt x="6403404" y="8714416"/>
                </a:moveTo>
                <a:lnTo>
                  <a:pt x="6403404" y="9506634"/>
                </a:lnTo>
                <a:moveTo>
                  <a:pt x="8231797" y="0"/>
                </a:moveTo>
                <a:lnTo>
                  <a:pt x="8231797" y="792220"/>
                </a:lnTo>
                <a:moveTo>
                  <a:pt x="8231797" y="0"/>
                </a:moveTo>
                <a:lnTo>
                  <a:pt x="9146007" y="0"/>
                </a:lnTo>
                <a:moveTo>
                  <a:pt x="8231797" y="792220"/>
                </a:moveTo>
                <a:lnTo>
                  <a:pt x="8231797" y="1584435"/>
                </a:lnTo>
                <a:moveTo>
                  <a:pt x="8231797" y="792220"/>
                </a:moveTo>
                <a:lnTo>
                  <a:pt x="9146007" y="792220"/>
                </a:lnTo>
                <a:moveTo>
                  <a:pt x="8231797" y="1584435"/>
                </a:moveTo>
                <a:lnTo>
                  <a:pt x="8231797" y="2376653"/>
                </a:lnTo>
                <a:moveTo>
                  <a:pt x="8231797" y="1584435"/>
                </a:moveTo>
                <a:lnTo>
                  <a:pt x="9146007" y="1584435"/>
                </a:lnTo>
                <a:moveTo>
                  <a:pt x="8231797" y="2376653"/>
                </a:moveTo>
                <a:lnTo>
                  <a:pt x="8231797" y="3168882"/>
                </a:lnTo>
                <a:moveTo>
                  <a:pt x="8231797" y="2376653"/>
                </a:moveTo>
                <a:lnTo>
                  <a:pt x="9146007" y="2376653"/>
                </a:lnTo>
                <a:moveTo>
                  <a:pt x="8231797" y="3168882"/>
                </a:moveTo>
                <a:lnTo>
                  <a:pt x="8231797" y="3961099"/>
                </a:lnTo>
                <a:moveTo>
                  <a:pt x="8231797" y="3168882"/>
                </a:moveTo>
                <a:lnTo>
                  <a:pt x="9146007" y="3168882"/>
                </a:lnTo>
                <a:moveTo>
                  <a:pt x="8231797" y="3961099"/>
                </a:moveTo>
                <a:lnTo>
                  <a:pt x="8231797" y="4753317"/>
                </a:lnTo>
                <a:moveTo>
                  <a:pt x="8231797" y="3961099"/>
                </a:moveTo>
                <a:lnTo>
                  <a:pt x="9146007" y="3961099"/>
                </a:lnTo>
                <a:moveTo>
                  <a:pt x="8231797" y="4753317"/>
                </a:moveTo>
                <a:lnTo>
                  <a:pt x="8231797" y="5545535"/>
                </a:lnTo>
                <a:moveTo>
                  <a:pt x="8231797" y="4753317"/>
                </a:moveTo>
                <a:lnTo>
                  <a:pt x="9146007" y="4753317"/>
                </a:lnTo>
                <a:moveTo>
                  <a:pt x="8231797" y="5545535"/>
                </a:moveTo>
                <a:lnTo>
                  <a:pt x="8231797" y="6337752"/>
                </a:lnTo>
                <a:moveTo>
                  <a:pt x="8231797" y="5545535"/>
                </a:moveTo>
                <a:lnTo>
                  <a:pt x="9146007" y="5545535"/>
                </a:lnTo>
                <a:moveTo>
                  <a:pt x="8231797" y="6337752"/>
                </a:moveTo>
                <a:lnTo>
                  <a:pt x="8231797" y="7129970"/>
                </a:lnTo>
                <a:moveTo>
                  <a:pt x="8231797" y="6337752"/>
                </a:moveTo>
                <a:lnTo>
                  <a:pt x="9146007" y="6337752"/>
                </a:lnTo>
                <a:moveTo>
                  <a:pt x="8231797" y="7129970"/>
                </a:moveTo>
                <a:lnTo>
                  <a:pt x="8231797" y="7922187"/>
                </a:lnTo>
                <a:moveTo>
                  <a:pt x="8231797" y="7129970"/>
                </a:moveTo>
                <a:lnTo>
                  <a:pt x="9146007" y="7129970"/>
                </a:lnTo>
                <a:moveTo>
                  <a:pt x="8231797" y="7922187"/>
                </a:moveTo>
                <a:lnTo>
                  <a:pt x="8231797" y="8714416"/>
                </a:lnTo>
                <a:moveTo>
                  <a:pt x="8231797" y="7922187"/>
                </a:moveTo>
                <a:lnTo>
                  <a:pt x="9146007" y="7922187"/>
                </a:lnTo>
                <a:moveTo>
                  <a:pt x="8231797" y="8714416"/>
                </a:moveTo>
                <a:lnTo>
                  <a:pt x="8231797" y="9506634"/>
                </a:lnTo>
                <a:moveTo>
                  <a:pt x="8231797" y="8714416"/>
                </a:moveTo>
                <a:lnTo>
                  <a:pt x="9146007" y="8714416"/>
                </a:lnTo>
                <a:moveTo>
                  <a:pt x="8231797" y="9506634"/>
                </a:moveTo>
                <a:lnTo>
                  <a:pt x="8231797" y="10298851"/>
                </a:lnTo>
                <a:moveTo>
                  <a:pt x="8231797" y="9506634"/>
                </a:moveTo>
                <a:lnTo>
                  <a:pt x="9146007" y="9506634"/>
                </a:lnTo>
                <a:moveTo>
                  <a:pt x="8231797" y="10298851"/>
                </a:moveTo>
                <a:lnTo>
                  <a:pt x="9146007" y="10298851"/>
                </a:lnTo>
                <a:moveTo>
                  <a:pt x="9146007" y="0"/>
                </a:moveTo>
                <a:lnTo>
                  <a:pt x="9146007" y="792220"/>
                </a:lnTo>
                <a:moveTo>
                  <a:pt x="9146007" y="0"/>
                </a:moveTo>
                <a:lnTo>
                  <a:pt x="10060204" y="0"/>
                </a:lnTo>
                <a:moveTo>
                  <a:pt x="9146007" y="792220"/>
                </a:moveTo>
                <a:lnTo>
                  <a:pt x="9146007" y="1584435"/>
                </a:lnTo>
                <a:moveTo>
                  <a:pt x="9146007" y="792220"/>
                </a:moveTo>
                <a:lnTo>
                  <a:pt x="10060204" y="792220"/>
                </a:lnTo>
                <a:moveTo>
                  <a:pt x="9146007" y="1584435"/>
                </a:moveTo>
                <a:lnTo>
                  <a:pt x="9146007" y="2376653"/>
                </a:lnTo>
                <a:moveTo>
                  <a:pt x="9146007" y="1584435"/>
                </a:moveTo>
                <a:lnTo>
                  <a:pt x="10060204" y="1584435"/>
                </a:lnTo>
                <a:moveTo>
                  <a:pt x="9146007" y="2376653"/>
                </a:moveTo>
                <a:lnTo>
                  <a:pt x="9146007" y="3168882"/>
                </a:lnTo>
                <a:moveTo>
                  <a:pt x="9146007" y="2376653"/>
                </a:moveTo>
                <a:lnTo>
                  <a:pt x="10060204" y="2376653"/>
                </a:lnTo>
                <a:moveTo>
                  <a:pt x="9146007" y="3168882"/>
                </a:moveTo>
                <a:lnTo>
                  <a:pt x="9146007" y="3961099"/>
                </a:lnTo>
                <a:moveTo>
                  <a:pt x="9146007" y="3168882"/>
                </a:moveTo>
                <a:lnTo>
                  <a:pt x="10060204" y="3168882"/>
                </a:lnTo>
                <a:moveTo>
                  <a:pt x="9146007" y="3961099"/>
                </a:moveTo>
                <a:lnTo>
                  <a:pt x="9146007" y="4753317"/>
                </a:lnTo>
                <a:moveTo>
                  <a:pt x="9146007" y="3961099"/>
                </a:moveTo>
                <a:lnTo>
                  <a:pt x="10060204" y="3961099"/>
                </a:lnTo>
                <a:moveTo>
                  <a:pt x="9146007" y="4753317"/>
                </a:moveTo>
                <a:lnTo>
                  <a:pt x="9146007" y="5545535"/>
                </a:lnTo>
                <a:moveTo>
                  <a:pt x="9146007" y="4753317"/>
                </a:moveTo>
                <a:lnTo>
                  <a:pt x="10060204" y="4753317"/>
                </a:lnTo>
                <a:moveTo>
                  <a:pt x="9146007" y="5545535"/>
                </a:moveTo>
                <a:lnTo>
                  <a:pt x="9146007" y="6337752"/>
                </a:lnTo>
                <a:moveTo>
                  <a:pt x="9146007" y="5545535"/>
                </a:moveTo>
                <a:lnTo>
                  <a:pt x="10060204" y="5545535"/>
                </a:lnTo>
                <a:moveTo>
                  <a:pt x="9146007" y="6337752"/>
                </a:moveTo>
                <a:lnTo>
                  <a:pt x="9146007" y="7129970"/>
                </a:lnTo>
                <a:moveTo>
                  <a:pt x="9146007" y="6337752"/>
                </a:moveTo>
                <a:lnTo>
                  <a:pt x="10060204" y="6337752"/>
                </a:lnTo>
                <a:moveTo>
                  <a:pt x="9146007" y="7129970"/>
                </a:moveTo>
                <a:lnTo>
                  <a:pt x="9146007" y="7922187"/>
                </a:lnTo>
                <a:moveTo>
                  <a:pt x="9146007" y="7129970"/>
                </a:moveTo>
                <a:lnTo>
                  <a:pt x="10060204" y="7129970"/>
                </a:lnTo>
                <a:moveTo>
                  <a:pt x="9146007" y="7922187"/>
                </a:moveTo>
                <a:lnTo>
                  <a:pt x="9146007" y="8714416"/>
                </a:lnTo>
                <a:moveTo>
                  <a:pt x="9146007" y="7922187"/>
                </a:moveTo>
                <a:lnTo>
                  <a:pt x="10060204" y="7922187"/>
                </a:lnTo>
                <a:moveTo>
                  <a:pt x="9146007" y="8714416"/>
                </a:moveTo>
                <a:lnTo>
                  <a:pt x="9146007" y="9506634"/>
                </a:lnTo>
                <a:moveTo>
                  <a:pt x="9146007" y="8714416"/>
                </a:moveTo>
                <a:lnTo>
                  <a:pt x="10060204" y="8714416"/>
                </a:lnTo>
                <a:moveTo>
                  <a:pt x="9146007" y="9506634"/>
                </a:moveTo>
                <a:lnTo>
                  <a:pt x="9146007" y="10298851"/>
                </a:lnTo>
                <a:moveTo>
                  <a:pt x="9146007" y="9506634"/>
                </a:moveTo>
                <a:lnTo>
                  <a:pt x="10060204" y="9506634"/>
                </a:lnTo>
                <a:moveTo>
                  <a:pt x="9146007" y="10298851"/>
                </a:moveTo>
                <a:lnTo>
                  <a:pt x="10060204" y="10298851"/>
                </a:lnTo>
                <a:moveTo>
                  <a:pt x="10060204" y="0"/>
                </a:moveTo>
                <a:lnTo>
                  <a:pt x="10060204" y="792220"/>
                </a:lnTo>
                <a:moveTo>
                  <a:pt x="10060204" y="0"/>
                </a:moveTo>
                <a:lnTo>
                  <a:pt x="10974400" y="0"/>
                </a:lnTo>
                <a:moveTo>
                  <a:pt x="10060204" y="792220"/>
                </a:moveTo>
                <a:lnTo>
                  <a:pt x="10060204" y="1584435"/>
                </a:lnTo>
                <a:moveTo>
                  <a:pt x="10060204" y="792220"/>
                </a:moveTo>
                <a:lnTo>
                  <a:pt x="10974400" y="792220"/>
                </a:lnTo>
                <a:moveTo>
                  <a:pt x="10060204" y="1584435"/>
                </a:moveTo>
                <a:lnTo>
                  <a:pt x="10060204" y="2376653"/>
                </a:lnTo>
                <a:moveTo>
                  <a:pt x="10060204" y="1584435"/>
                </a:moveTo>
                <a:lnTo>
                  <a:pt x="10974400" y="1584435"/>
                </a:lnTo>
                <a:moveTo>
                  <a:pt x="10060204" y="2376653"/>
                </a:moveTo>
                <a:lnTo>
                  <a:pt x="10060204" y="3168882"/>
                </a:lnTo>
                <a:moveTo>
                  <a:pt x="10060204" y="2376653"/>
                </a:moveTo>
                <a:lnTo>
                  <a:pt x="10974400" y="2376653"/>
                </a:lnTo>
                <a:moveTo>
                  <a:pt x="10060204" y="3168882"/>
                </a:moveTo>
                <a:lnTo>
                  <a:pt x="10060204" y="3961099"/>
                </a:lnTo>
                <a:moveTo>
                  <a:pt x="10060204" y="3168882"/>
                </a:moveTo>
                <a:lnTo>
                  <a:pt x="10974400" y="3168882"/>
                </a:lnTo>
                <a:moveTo>
                  <a:pt x="10060204" y="3961099"/>
                </a:moveTo>
                <a:lnTo>
                  <a:pt x="10060204" y="4753317"/>
                </a:lnTo>
                <a:moveTo>
                  <a:pt x="10060204" y="3961099"/>
                </a:moveTo>
                <a:lnTo>
                  <a:pt x="10974400" y="3961099"/>
                </a:lnTo>
                <a:moveTo>
                  <a:pt x="10060204" y="4753317"/>
                </a:moveTo>
                <a:lnTo>
                  <a:pt x="10060204" y="5545535"/>
                </a:lnTo>
                <a:moveTo>
                  <a:pt x="10060204" y="4753317"/>
                </a:moveTo>
                <a:lnTo>
                  <a:pt x="10974400" y="4753317"/>
                </a:lnTo>
                <a:moveTo>
                  <a:pt x="10060204" y="5545535"/>
                </a:moveTo>
                <a:lnTo>
                  <a:pt x="10060204" y="6337752"/>
                </a:lnTo>
                <a:moveTo>
                  <a:pt x="10060204" y="5545535"/>
                </a:moveTo>
                <a:lnTo>
                  <a:pt x="10974400" y="5545535"/>
                </a:lnTo>
                <a:moveTo>
                  <a:pt x="10060204" y="6337752"/>
                </a:moveTo>
                <a:lnTo>
                  <a:pt x="10060204" y="7129970"/>
                </a:lnTo>
                <a:moveTo>
                  <a:pt x="10060204" y="6337752"/>
                </a:moveTo>
                <a:lnTo>
                  <a:pt x="10974400" y="6337752"/>
                </a:lnTo>
                <a:moveTo>
                  <a:pt x="10060204" y="7129970"/>
                </a:moveTo>
                <a:lnTo>
                  <a:pt x="10060204" y="7922187"/>
                </a:lnTo>
                <a:moveTo>
                  <a:pt x="10060204" y="7129970"/>
                </a:moveTo>
                <a:lnTo>
                  <a:pt x="10974400" y="7129970"/>
                </a:lnTo>
                <a:moveTo>
                  <a:pt x="10060204" y="7922187"/>
                </a:moveTo>
                <a:lnTo>
                  <a:pt x="10060204" y="8714416"/>
                </a:lnTo>
                <a:moveTo>
                  <a:pt x="10060204" y="7922187"/>
                </a:moveTo>
                <a:lnTo>
                  <a:pt x="10974400" y="7922187"/>
                </a:lnTo>
                <a:moveTo>
                  <a:pt x="10060204" y="8714416"/>
                </a:moveTo>
                <a:lnTo>
                  <a:pt x="10060204" y="9506634"/>
                </a:lnTo>
                <a:moveTo>
                  <a:pt x="10060204" y="8714416"/>
                </a:moveTo>
                <a:lnTo>
                  <a:pt x="10974400" y="8714416"/>
                </a:lnTo>
                <a:moveTo>
                  <a:pt x="10060204" y="9506634"/>
                </a:moveTo>
                <a:lnTo>
                  <a:pt x="10060204" y="10298851"/>
                </a:lnTo>
                <a:moveTo>
                  <a:pt x="10060204" y="9506634"/>
                </a:moveTo>
                <a:lnTo>
                  <a:pt x="10974400" y="9506634"/>
                </a:lnTo>
                <a:moveTo>
                  <a:pt x="10060204" y="10298851"/>
                </a:moveTo>
                <a:lnTo>
                  <a:pt x="10974400" y="10298851"/>
                </a:lnTo>
                <a:moveTo>
                  <a:pt x="12802743" y="0"/>
                </a:moveTo>
                <a:lnTo>
                  <a:pt x="12802743" y="792220"/>
                </a:lnTo>
                <a:moveTo>
                  <a:pt x="12802743" y="0"/>
                </a:moveTo>
                <a:lnTo>
                  <a:pt x="11888597" y="0"/>
                </a:lnTo>
                <a:moveTo>
                  <a:pt x="12802743" y="0"/>
                </a:moveTo>
                <a:lnTo>
                  <a:pt x="13717015" y="0"/>
                </a:lnTo>
                <a:moveTo>
                  <a:pt x="12802743" y="792220"/>
                </a:moveTo>
                <a:lnTo>
                  <a:pt x="12802743" y="1584435"/>
                </a:lnTo>
                <a:moveTo>
                  <a:pt x="12802743" y="792220"/>
                </a:moveTo>
                <a:lnTo>
                  <a:pt x="11888597" y="792220"/>
                </a:lnTo>
                <a:moveTo>
                  <a:pt x="12802743" y="792220"/>
                </a:moveTo>
                <a:lnTo>
                  <a:pt x="13717015" y="792220"/>
                </a:lnTo>
                <a:moveTo>
                  <a:pt x="12802743" y="1584435"/>
                </a:moveTo>
                <a:lnTo>
                  <a:pt x="12802743" y="2376653"/>
                </a:lnTo>
                <a:moveTo>
                  <a:pt x="12802743" y="1584435"/>
                </a:moveTo>
                <a:lnTo>
                  <a:pt x="11888597" y="1584435"/>
                </a:lnTo>
                <a:moveTo>
                  <a:pt x="12802743" y="1584435"/>
                </a:moveTo>
                <a:lnTo>
                  <a:pt x="13717015" y="1584435"/>
                </a:lnTo>
                <a:moveTo>
                  <a:pt x="12802743" y="2376653"/>
                </a:moveTo>
                <a:lnTo>
                  <a:pt x="12802743" y="3168882"/>
                </a:lnTo>
                <a:moveTo>
                  <a:pt x="12802743" y="2376653"/>
                </a:moveTo>
                <a:lnTo>
                  <a:pt x="11888597" y="2376653"/>
                </a:lnTo>
                <a:moveTo>
                  <a:pt x="12802743" y="2376653"/>
                </a:moveTo>
                <a:lnTo>
                  <a:pt x="13717015" y="2376653"/>
                </a:lnTo>
                <a:moveTo>
                  <a:pt x="12802743" y="3168882"/>
                </a:moveTo>
                <a:lnTo>
                  <a:pt x="12802743" y="3961099"/>
                </a:lnTo>
                <a:moveTo>
                  <a:pt x="12802743" y="3168882"/>
                </a:moveTo>
                <a:lnTo>
                  <a:pt x="11888597" y="3168882"/>
                </a:lnTo>
                <a:moveTo>
                  <a:pt x="12802743" y="3168882"/>
                </a:moveTo>
                <a:lnTo>
                  <a:pt x="13717015" y="3168882"/>
                </a:lnTo>
                <a:moveTo>
                  <a:pt x="12802743" y="3961099"/>
                </a:moveTo>
                <a:lnTo>
                  <a:pt x="12802743" y="4753317"/>
                </a:lnTo>
                <a:moveTo>
                  <a:pt x="12802743" y="3961099"/>
                </a:moveTo>
                <a:lnTo>
                  <a:pt x="11888597" y="3961099"/>
                </a:lnTo>
                <a:moveTo>
                  <a:pt x="12802743" y="3961099"/>
                </a:moveTo>
                <a:lnTo>
                  <a:pt x="13717015" y="3961099"/>
                </a:lnTo>
                <a:moveTo>
                  <a:pt x="12802743" y="4753317"/>
                </a:moveTo>
                <a:lnTo>
                  <a:pt x="12802743" y="5545535"/>
                </a:lnTo>
                <a:moveTo>
                  <a:pt x="12802743" y="4753317"/>
                </a:moveTo>
                <a:lnTo>
                  <a:pt x="11888597" y="4753317"/>
                </a:lnTo>
                <a:moveTo>
                  <a:pt x="12802743" y="4753317"/>
                </a:moveTo>
                <a:lnTo>
                  <a:pt x="13717015" y="4753317"/>
                </a:lnTo>
                <a:moveTo>
                  <a:pt x="12802743" y="5545535"/>
                </a:moveTo>
                <a:lnTo>
                  <a:pt x="12802743" y="6337752"/>
                </a:lnTo>
                <a:moveTo>
                  <a:pt x="12802743" y="5545535"/>
                </a:moveTo>
                <a:lnTo>
                  <a:pt x="11888597" y="5545535"/>
                </a:lnTo>
                <a:moveTo>
                  <a:pt x="12802743" y="5545535"/>
                </a:moveTo>
                <a:lnTo>
                  <a:pt x="13717015" y="5545535"/>
                </a:lnTo>
                <a:moveTo>
                  <a:pt x="12802743" y="6337752"/>
                </a:moveTo>
                <a:lnTo>
                  <a:pt x="12802743" y="7129970"/>
                </a:lnTo>
                <a:moveTo>
                  <a:pt x="12802743" y="6337752"/>
                </a:moveTo>
                <a:lnTo>
                  <a:pt x="11888597" y="6337752"/>
                </a:lnTo>
                <a:moveTo>
                  <a:pt x="12802743" y="6337752"/>
                </a:moveTo>
                <a:lnTo>
                  <a:pt x="13717015" y="6337752"/>
                </a:lnTo>
                <a:moveTo>
                  <a:pt x="12802743" y="7129970"/>
                </a:moveTo>
                <a:lnTo>
                  <a:pt x="12802743" y="7922199"/>
                </a:lnTo>
                <a:moveTo>
                  <a:pt x="12802743" y="7129970"/>
                </a:moveTo>
                <a:lnTo>
                  <a:pt x="11888597" y="7129970"/>
                </a:lnTo>
                <a:moveTo>
                  <a:pt x="12802743" y="7129970"/>
                </a:moveTo>
                <a:lnTo>
                  <a:pt x="13717015" y="7129970"/>
                </a:lnTo>
                <a:moveTo>
                  <a:pt x="12802743" y="7922199"/>
                </a:moveTo>
                <a:lnTo>
                  <a:pt x="12802743" y="8714416"/>
                </a:lnTo>
                <a:moveTo>
                  <a:pt x="12802743" y="7922199"/>
                </a:moveTo>
                <a:lnTo>
                  <a:pt x="11888597" y="7922187"/>
                </a:lnTo>
                <a:moveTo>
                  <a:pt x="12802743" y="7922199"/>
                </a:moveTo>
                <a:lnTo>
                  <a:pt x="13717015" y="7922199"/>
                </a:lnTo>
                <a:moveTo>
                  <a:pt x="12802743" y="8714416"/>
                </a:moveTo>
                <a:lnTo>
                  <a:pt x="12802743" y="9506634"/>
                </a:lnTo>
                <a:moveTo>
                  <a:pt x="12802743" y="8714416"/>
                </a:moveTo>
                <a:lnTo>
                  <a:pt x="11888597" y="8714416"/>
                </a:lnTo>
                <a:moveTo>
                  <a:pt x="12802743" y="8714416"/>
                </a:moveTo>
                <a:lnTo>
                  <a:pt x="13717015" y="8714416"/>
                </a:lnTo>
                <a:moveTo>
                  <a:pt x="12802743" y="9506634"/>
                </a:moveTo>
                <a:lnTo>
                  <a:pt x="12802743" y="10298851"/>
                </a:lnTo>
                <a:moveTo>
                  <a:pt x="12802743" y="9506634"/>
                </a:moveTo>
                <a:lnTo>
                  <a:pt x="11888597" y="9506634"/>
                </a:lnTo>
                <a:moveTo>
                  <a:pt x="12802743" y="9506634"/>
                </a:moveTo>
                <a:lnTo>
                  <a:pt x="13717015" y="9506634"/>
                </a:lnTo>
                <a:moveTo>
                  <a:pt x="12802743" y="10298851"/>
                </a:moveTo>
                <a:lnTo>
                  <a:pt x="11888597" y="10298851"/>
                </a:lnTo>
                <a:moveTo>
                  <a:pt x="12802743" y="10298851"/>
                </a:moveTo>
                <a:lnTo>
                  <a:pt x="13717015" y="10298851"/>
                </a:lnTo>
                <a:moveTo>
                  <a:pt x="15545436" y="0"/>
                </a:moveTo>
                <a:lnTo>
                  <a:pt x="15545436" y="792220"/>
                </a:lnTo>
                <a:moveTo>
                  <a:pt x="15545436" y="0"/>
                </a:moveTo>
                <a:lnTo>
                  <a:pt x="14631163" y="0"/>
                </a:lnTo>
                <a:moveTo>
                  <a:pt x="15545436" y="0"/>
                </a:moveTo>
                <a:lnTo>
                  <a:pt x="16459581" y="0"/>
                </a:lnTo>
                <a:moveTo>
                  <a:pt x="15545436" y="792220"/>
                </a:moveTo>
                <a:lnTo>
                  <a:pt x="15545436" y="1584435"/>
                </a:lnTo>
                <a:moveTo>
                  <a:pt x="15545436" y="792220"/>
                </a:moveTo>
                <a:lnTo>
                  <a:pt x="14631163" y="792220"/>
                </a:lnTo>
                <a:moveTo>
                  <a:pt x="15545436" y="792220"/>
                </a:moveTo>
                <a:lnTo>
                  <a:pt x="16459581" y="792220"/>
                </a:lnTo>
                <a:moveTo>
                  <a:pt x="15545436" y="1584435"/>
                </a:moveTo>
                <a:lnTo>
                  <a:pt x="15545436" y="2376653"/>
                </a:lnTo>
                <a:moveTo>
                  <a:pt x="15545436" y="1584435"/>
                </a:moveTo>
                <a:lnTo>
                  <a:pt x="14631163" y="1584435"/>
                </a:lnTo>
                <a:moveTo>
                  <a:pt x="15545436" y="1584435"/>
                </a:moveTo>
                <a:lnTo>
                  <a:pt x="16459581" y="1584435"/>
                </a:lnTo>
                <a:moveTo>
                  <a:pt x="15545436" y="2376653"/>
                </a:moveTo>
                <a:lnTo>
                  <a:pt x="15545436" y="3168882"/>
                </a:lnTo>
                <a:moveTo>
                  <a:pt x="15545436" y="2376653"/>
                </a:moveTo>
                <a:lnTo>
                  <a:pt x="14631163" y="2376653"/>
                </a:lnTo>
                <a:moveTo>
                  <a:pt x="15545436" y="2376653"/>
                </a:moveTo>
                <a:lnTo>
                  <a:pt x="16459581" y="2376653"/>
                </a:lnTo>
                <a:moveTo>
                  <a:pt x="15545436" y="3168882"/>
                </a:moveTo>
                <a:lnTo>
                  <a:pt x="15545436" y="3961099"/>
                </a:lnTo>
                <a:moveTo>
                  <a:pt x="15545436" y="3168882"/>
                </a:moveTo>
                <a:lnTo>
                  <a:pt x="14631163" y="3168882"/>
                </a:lnTo>
                <a:moveTo>
                  <a:pt x="15545436" y="3168882"/>
                </a:moveTo>
                <a:lnTo>
                  <a:pt x="16459581" y="3168882"/>
                </a:lnTo>
                <a:moveTo>
                  <a:pt x="15545436" y="3961099"/>
                </a:moveTo>
                <a:lnTo>
                  <a:pt x="15545436" y="4753317"/>
                </a:lnTo>
                <a:moveTo>
                  <a:pt x="15545436" y="3961099"/>
                </a:moveTo>
                <a:lnTo>
                  <a:pt x="14631163" y="3961099"/>
                </a:lnTo>
                <a:moveTo>
                  <a:pt x="15545436" y="3961099"/>
                </a:moveTo>
                <a:lnTo>
                  <a:pt x="16459581" y="3961099"/>
                </a:lnTo>
                <a:moveTo>
                  <a:pt x="15545436" y="4753317"/>
                </a:moveTo>
                <a:lnTo>
                  <a:pt x="15545436" y="5545535"/>
                </a:lnTo>
                <a:moveTo>
                  <a:pt x="15545436" y="4753317"/>
                </a:moveTo>
                <a:lnTo>
                  <a:pt x="14631163" y="4753317"/>
                </a:lnTo>
                <a:moveTo>
                  <a:pt x="15545436" y="4753317"/>
                </a:moveTo>
                <a:lnTo>
                  <a:pt x="16459581" y="4753317"/>
                </a:lnTo>
                <a:moveTo>
                  <a:pt x="15545436" y="5545535"/>
                </a:moveTo>
                <a:lnTo>
                  <a:pt x="15545436" y="6337752"/>
                </a:lnTo>
                <a:moveTo>
                  <a:pt x="15545436" y="5545535"/>
                </a:moveTo>
                <a:lnTo>
                  <a:pt x="14631163" y="5545535"/>
                </a:lnTo>
                <a:moveTo>
                  <a:pt x="15545436" y="5545535"/>
                </a:moveTo>
                <a:lnTo>
                  <a:pt x="16459581" y="5545535"/>
                </a:lnTo>
                <a:moveTo>
                  <a:pt x="15545436" y="6337752"/>
                </a:moveTo>
                <a:lnTo>
                  <a:pt x="15545436" y="7129970"/>
                </a:lnTo>
                <a:moveTo>
                  <a:pt x="15545436" y="6337752"/>
                </a:moveTo>
                <a:lnTo>
                  <a:pt x="14631163" y="6337752"/>
                </a:lnTo>
                <a:moveTo>
                  <a:pt x="15545436" y="6337752"/>
                </a:moveTo>
                <a:lnTo>
                  <a:pt x="16459581" y="6337752"/>
                </a:lnTo>
                <a:moveTo>
                  <a:pt x="15545436" y="7129970"/>
                </a:moveTo>
                <a:lnTo>
                  <a:pt x="15545436" y="7922199"/>
                </a:lnTo>
                <a:moveTo>
                  <a:pt x="15545436" y="7129970"/>
                </a:moveTo>
                <a:lnTo>
                  <a:pt x="14631163" y="7129970"/>
                </a:lnTo>
                <a:moveTo>
                  <a:pt x="15545436" y="7129970"/>
                </a:moveTo>
                <a:lnTo>
                  <a:pt x="16459581" y="7129970"/>
                </a:lnTo>
                <a:moveTo>
                  <a:pt x="15545436" y="7922199"/>
                </a:moveTo>
                <a:lnTo>
                  <a:pt x="15545436" y="8714416"/>
                </a:lnTo>
                <a:moveTo>
                  <a:pt x="15545436" y="7922199"/>
                </a:moveTo>
                <a:lnTo>
                  <a:pt x="14631163" y="7922199"/>
                </a:lnTo>
                <a:moveTo>
                  <a:pt x="15545436" y="7922199"/>
                </a:moveTo>
                <a:lnTo>
                  <a:pt x="16459581" y="7922199"/>
                </a:lnTo>
                <a:moveTo>
                  <a:pt x="15545436" y="8714416"/>
                </a:moveTo>
                <a:lnTo>
                  <a:pt x="15545436" y="9506634"/>
                </a:lnTo>
                <a:moveTo>
                  <a:pt x="15545436" y="8714416"/>
                </a:moveTo>
                <a:lnTo>
                  <a:pt x="14631163" y="8714416"/>
                </a:lnTo>
                <a:moveTo>
                  <a:pt x="15545436" y="8714416"/>
                </a:moveTo>
                <a:lnTo>
                  <a:pt x="16459581" y="8714416"/>
                </a:lnTo>
                <a:moveTo>
                  <a:pt x="15545436" y="9506634"/>
                </a:moveTo>
                <a:lnTo>
                  <a:pt x="15545436" y="10298851"/>
                </a:lnTo>
                <a:moveTo>
                  <a:pt x="15545436" y="9506634"/>
                </a:moveTo>
                <a:lnTo>
                  <a:pt x="14631163" y="9506634"/>
                </a:lnTo>
                <a:moveTo>
                  <a:pt x="15545436" y="9506634"/>
                </a:moveTo>
                <a:lnTo>
                  <a:pt x="16459581" y="9506634"/>
                </a:lnTo>
                <a:moveTo>
                  <a:pt x="15545436" y="10298851"/>
                </a:moveTo>
                <a:lnTo>
                  <a:pt x="14631163" y="10298851"/>
                </a:lnTo>
                <a:moveTo>
                  <a:pt x="15545436" y="10298851"/>
                </a:moveTo>
                <a:lnTo>
                  <a:pt x="16459581" y="10298851"/>
                </a:lnTo>
                <a:moveTo>
                  <a:pt x="10974400" y="0"/>
                </a:moveTo>
                <a:lnTo>
                  <a:pt x="10974400" y="792220"/>
                </a:lnTo>
                <a:moveTo>
                  <a:pt x="10974400" y="0"/>
                </a:moveTo>
                <a:lnTo>
                  <a:pt x="11888597" y="0"/>
                </a:lnTo>
                <a:moveTo>
                  <a:pt x="10974400" y="792220"/>
                </a:moveTo>
                <a:lnTo>
                  <a:pt x="10974400" y="1584435"/>
                </a:lnTo>
                <a:moveTo>
                  <a:pt x="10974400" y="792220"/>
                </a:moveTo>
                <a:lnTo>
                  <a:pt x="11888597" y="792220"/>
                </a:lnTo>
                <a:moveTo>
                  <a:pt x="10974400" y="1584435"/>
                </a:moveTo>
                <a:lnTo>
                  <a:pt x="10974400" y="2376653"/>
                </a:lnTo>
                <a:moveTo>
                  <a:pt x="10974400" y="1584435"/>
                </a:moveTo>
                <a:lnTo>
                  <a:pt x="11888597" y="1584435"/>
                </a:lnTo>
                <a:moveTo>
                  <a:pt x="10974400" y="2376653"/>
                </a:moveTo>
                <a:lnTo>
                  <a:pt x="10974400" y="3168882"/>
                </a:lnTo>
                <a:moveTo>
                  <a:pt x="10974400" y="2376653"/>
                </a:moveTo>
                <a:lnTo>
                  <a:pt x="11888597" y="2376653"/>
                </a:lnTo>
                <a:moveTo>
                  <a:pt x="10974400" y="3168882"/>
                </a:moveTo>
                <a:lnTo>
                  <a:pt x="10974400" y="3961099"/>
                </a:lnTo>
                <a:moveTo>
                  <a:pt x="10974400" y="3168882"/>
                </a:moveTo>
                <a:lnTo>
                  <a:pt x="11888597" y="3168882"/>
                </a:lnTo>
                <a:moveTo>
                  <a:pt x="10974400" y="3961099"/>
                </a:moveTo>
                <a:lnTo>
                  <a:pt x="10974400" y="4753317"/>
                </a:lnTo>
                <a:moveTo>
                  <a:pt x="10974400" y="3961099"/>
                </a:moveTo>
                <a:lnTo>
                  <a:pt x="11888597" y="3961099"/>
                </a:lnTo>
                <a:moveTo>
                  <a:pt x="10974400" y="4753317"/>
                </a:moveTo>
                <a:lnTo>
                  <a:pt x="10974400" y="5545535"/>
                </a:lnTo>
                <a:moveTo>
                  <a:pt x="10974400" y="4753317"/>
                </a:moveTo>
                <a:lnTo>
                  <a:pt x="11888597" y="4753317"/>
                </a:lnTo>
                <a:moveTo>
                  <a:pt x="10974400" y="5545535"/>
                </a:moveTo>
                <a:lnTo>
                  <a:pt x="10974400" y="6337752"/>
                </a:lnTo>
                <a:moveTo>
                  <a:pt x="10974400" y="5545535"/>
                </a:moveTo>
                <a:lnTo>
                  <a:pt x="11888597" y="5545535"/>
                </a:lnTo>
                <a:moveTo>
                  <a:pt x="10974400" y="6337752"/>
                </a:moveTo>
                <a:lnTo>
                  <a:pt x="10974400" y="7129970"/>
                </a:lnTo>
                <a:moveTo>
                  <a:pt x="10974400" y="6337752"/>
                </a:moveTo>
                <a:lnTo>
                  <a:pt x="11888597" y="6337752"/>
                </a:lnTo>
                <a:moveTo>
                  <a:pt x="10974400" y="7129970"/>
                </a:moveTo>
                <a:lnTo>
                  <a:pt x="10974400" y="7922187"/>
                </a:lnTo>
                <a:moveTo>
                  <a:pt x="10974400" y="7129970"/>
                </a:moveTo>
                <a:lnTo>
                  <a:pt x="11888597" y="7129970"/>
                </a:lnTo>
                <a:moveTo>
                  <a:pt x="10974400" y="7922187"/>
                </a:moveTo>
                <a:lnTo>
                  <a:pt x="10974400" y="8714416"/>
                </a:lnTo>
                <a:moveTo>
                  <a:pt x="10974400" y="7922187"/>
                </a:moveTo>
                <a:lnTo>
                  <a:pt x="11888597" y="7922187"/>
                </a:lnTo>
                <a:moveTo>
                  <a:pt x="10974400" y="8714416"/>
                </a:moveTo>
                <a:lnTo>
                  <a:pt x="10974400" y="9506634"/>
                </a:lnTo>
                <a:moveTo>
                  <a:pt x="10974400" y="8714416"/>
                </a:moveTo>
                <a:lnTo>
                  <a:pt x="11888597" y="8714416"/>
                </a:lnTo>
                <a:moveTo>
                  <a:pt x="10974400" y="9506634"/>
                </a:moveTo>
                <a:lnTo>
                  <a:pt x="10974400" y="10298851"/>
                </a:lnTo>
                <a:moveTo>
                  <a:pt x="10974400" y="9506634"/>
                </a:moveTo>
                <a:lnTo>
                  <a:pt x="11888597" y="9506634"/>
                </a:lnTo>
                <a:moveTo>
                  <a:pt x="10974400" y="10298851"/>
                </a:moveTo>
                <a:lnTo>
                  <a:pt x="11888597" y="10298851"/>
                </a:lnTo>
                <a:moveTo>
                  <a:pt x="13717015" y="0"/>
                </a:moveTo>
                <a:lnTo>
                  <a:pt x="13717015" y="792220"/>
                </a:lnTo>
                <a:moveTo>
                  <a:pt x="13717015" y="0"/>
                </a:moveTo>
                <a:lnTo>
                  <a:pt x="14631163" y="0"/>
                </a:lnTo>
                <a:moveTo>
                  <a:pt x="13717015" y="792220"/>
                </a:moveTo>
                <a:lnTo>
                  <a:pt x="13717015" y="1584435"/>
                </a:lnTo>
                <a:moveTo>
                  <a:pt x="13717015" y="792220"/>
                </a:moveTo>
                <a:lnTo>
                  <a:pt x="14631163" y="792220"/>
                </a:lnTo>
                <a:moveTo>
                  <a:pt x="13717015" y="1584435"/>
                </a:moveTo>
                <a:lnTo>
                  <a:pt x="13717015" y="2376653"/>
                </a:lnTo>
                <a:moveTo>
                  <a:pt x="13717015" y="1584435"/>
                </a:moveTo>
                <a:lnTo>
                  <a:pt x="14631163" y="1584435"/>
                </a:lnTo>
                <a:moveTo>
                  <a:pt x="13717015" y="2376653"/>
                </a:moveTo>
                <a:lnTo>
                  <a:pt x="13717015" y="3168882"/>
                </a:lnTo>
                <a:moveTo>
                  <a:pt x="13717015" y="2376653"/>
                </a:moveTo>
                <a:lnTo>
                  <a:pt x="14631163" y="2376653"/>
                </a:lnTo>
                <a:moveTo>
                  <a:pt x="13717015" y="3168882"/>
                </a:moveTo>
                <a:lnTo>
                  <a:pt x="13717015" y="3961099"/>
                </a:lnTo>
                <a:moveTo>
                  <a:pt x="13717015" y="3168882"/>
                </a:moveTo>
                <a:lnTo>
                  <a:pt x="14631163" y="3168882"/>
                </a:lnTo>
                <a:moveTo>
                  <a:pt x="13717015" y="3961099"/>
                </a:moveTo>
                <a:lnTo>
                  <a:pt x="13717015" y="4753317"/>
                </a:lnTo>
                <a:moveTo>
                  <a:pt x="13717015" y="3961099"/>
                </a:moveTo>
                <a:lnTo>
                  <a:pt x="14631163" y="3961099"/>
                </a:lnTo>
                <a:moveTo>
                  <a:pt x="13717015" y="4753317"/>
                </a:moveTo>
                <a:lnTo>
                  <a:pt x="13717015" y="5545535"/>
                </a:lnTo>
                <a:moveTo>
                  <a:pt x="13717015" y="4753317"/>
                </a:moveTo>
                <a:lnTo>
                  <a:pt x="14631163" y="4753317"/>
                </a:lnTo>
                <a:moveTo>
                  <a:pt x="13717015" y="5545535"/>
                </a:moveTo>
                <a:lnTo>
                  <a:pt x="13717015" y="6337752"/>
                </a:lnTo>
                <a:moveTo>
                  <a:pt x="13717015" y="5545535"/>
                </a:moveTo>
                <a:lnTo>
                  <a:pt x="14631163" y="5545535"/>
                </a:lnTo>
                <a:moveTo>
                  <a:pt x="13717015" y="6337752"/>
                </a:moveTo>
                <a:lnTo>
                  <a:pt x="13717015" y="7129970"/>
                </a:lnTo>
                <a:moveTo>
                  <a:pt x="13717015" y="6337752"/>
                </a:moveTo>
                <a:lnTo>
                  <a:pt x="14631163" y="6337752"/>
                </a:lnTo>
                <a:moveTo>
                  <a:pt x="13717015" y="7129970"/>
                </a:moveTo>
                <a:lnTo>
                  <a:pt x="13717015" y="7922199"/>
                </a:lnTo>
                <a:moveTo>
                  <a:pt x="13717015" y="7129970"/>
                </a:moveTo>
                <a:lnTo>
                  <a:pt x="14631163" y="7129970"/>
                </a:lnTo>
                <a:moveTo>
                  <a:pt x="13717015" y="7922199"/>
                </a:moveTo>
                <a:lnTo>
                  <a:pt x="13717015" y="8714416"/>
                </a:lnTo>
                <a:moveTo>
                  <a:pt x="13717015" y="7922199"/>
                </a:moveTo>
                <a:lnTo>
                  <a:pt x="14631163" y="7922199"/>
                </a:lnTo>
                <a:moveTo>
                  <a:pt x="13717015" y="8714416"/>
                </a:moveTo>
                <a:lnTo>
                  <a:pt x="13717015" y="9506634"/>
                </a:lnTo>
                <a:moveTo>
                  <a:pt x="13717015" y="8714416"/>
                </a:moveTo>
                <a:lnTo>
                  <a:pt x="14631163" y="8714416"/>
                </a:lnTo>
                <a:moveTo>
                  <a:pt x="13717015" y="9506634"/>
                </a:moveTo>
                <a:lnTo>
                  <a:pt x="13717015" y="10298851"/>
                </a:lnTo>
                <a:moveTo>
                  <a:pt x="13717015" y="9506634"/>
                </a:moveTo>
                <a:lnTo>
                  <a:pt x="14631163" y="9506634"/>
                </a:lnTo>
                <a:moveTo>
                  <a:pt x="13717015" y="10298851"/>
                </a:moveTo>
                <a:lnTo>
                  <a:pt x="14631163" y="10298851"/>
                </a:lnTo>
                <a:moveTo>
                  <a:pt x="16459581" y="0"/>
                </a:moveTo>
                <a:lnTo>
                  <a:pt x="16459581" y="792220"/>
                </a:lnTo>
                <a:moveTo>
                  <a:pt x="16459581" y="0"/>
                </a:moveTo>
                <a:lnTo>
                  <a:pt x="17373854" y="0"/>
                </a:lnTo>
                <a:moveTo>
                  <a:pt x="16459581" y="792220"/>
                </a:moveTo>
                <a:lnTo>
                  <a:pt x="16459581" y="1584435"/>
                </a:lnTo>
                <a:moveTo>
                  <a:pt x="16459581" y="792220"/>
                </a:moveTo>
                <a:lnTo>
                  <a:pt x="17373854" y="792220"/>
                </a:lnTo>
                <a:moveTo>
                  <a:pt x="16459581" y="1584435"/>
                </a:moveTo>
                <a:lnTo>
                  <a:pt x="16459581" y="2376653"/>
                </a:lnTo>
                <a:moveTo>
                  <a:pt x="16459581" y="1584435"/>
                </a:moveTo>
                <a:lnTo>
                  <a:pt x="17373854" y="1584435"/>
                </a:lnTo>
                <a:moveTo>
                  <a:pt x="16459581" y="2376653"/>
                </a:moveTo>
                <a:lnTo>
                  <a:pt x="16459581" y="3168882"/>
                </a:lnTo>
                <a:moveTo>
                  <a:pt x="16459581" y="2376653"/>
                </a:moveTo>
                <a:lnTo>
                  <a:pt x="17373854" y="2376653"/>
                </a:lnTo>
                <a:moveTo>
                  <a:pt x="16459581" y="3168882"/>
                </a:moveTo>
                <a:lnTo>
                  <a:pt x="16459581" y="3961099"/>
                </a:lnTo>
                <a:moveTo>
                  <a:pt x="16459581" y="3168882"/>
                </a:moveTo>
                <a:lnTo>
                  <a:pt x="17373854" y="3168882"/>
                </a:lnTo>
                <a:moveTo>
                  <a:pt x="16459581" y="3961099"/>
                </a:moveTo>
                <a:lnTo>
                  <a:pt x="16459581" y="4753317"/>
                </a:lnTo>
                <a:moveTo>
                  <a:pt x="16459581" y="3961099"/>
                </a:moveTo>
                <a:lnTo>
                  <a:pt x="17373854" y="3961099"/>
                </a:lnTo>
                <a:moveTo>
                  <a:pt x="16459581" y="4753317"/>
                </a:moveTo>
                <a:lnTo>
                  <a:pt x="16459581" y="5545535"/>
                </a:lnTo>
                <a:moveTo>
                  <a:pt x="16459581" y="4753317"/>
                </a:moveTo>
                <a:lnTo>
                  <a:pt x="17373854" y="4753317"/>
                </a:lnTo>
                <a:moveTo>
                  <a:pt x="16459581" y="5545535"/>
                </a:moveTo>
                <a:lnTo>
                  <a:pt x="16459581" y="6337752"/>
                </a:lnTo>
                <a:moveTo>
                  <a:pt x="16459581" y="5545535"/>
                </a:moveTo>
                <a:lnTo>
                  <a:pt x="17373854" y="5545535"/>
                </a:lnTo>
                <a:moveTo>
                  <a:pt x="16459581" y="6337752"/>
                </a:moveTo>
                <a:lnTo>
                  <a:pt x="16459581" y="7129970"/>
                </a:lnTo>
                <a:moveTo>
                  <a:pt x="16459581" y="6337752"/>
                </a:moveTo>
                <a:lnTo>
                  <a:pt x="17373854" y="6337752"/>
                </a:lnTo>
                <a:moveTo>
                  <a:pt x="16459581" y="7129970"/>
                </a:moveTo>
                <a:lnTo>
                  <a:pt x="16459581" y="7922199"/>
                </a:lnTo>
                <a:moveTo>
                  <a:pt x="16459581" y="7129970"/>
                </a:moveTo>
                <a:lnTo>
                  <a:pt x="17373854" y="7129970"/>
                </a:lnTo>
                <a:moveTo>
                  <a:pt x="16459581" y="7922199"/>
                </a:moveTo>
                <a:lnTo>
                  <a:pt x="16459581" y="8714416"/>
                </a:lnTo>
                <a:moveTo>
                  <a:pt x="16459581" y="7922199"/>
                </a:moveTo>
                <a:lnTo>
                  <a:pt x="17373854" y="7922199"/>
                </a:lnTo>
                <a:moveTo>
                  <a:pt x="16459581" y="8714416"/>
                </a:moveTo>
                <a:lnTo>
                  <a:pt x="16459581" y="9506634"/>
                </a:lnTo>
                <a:moveTo>
                  <a:pt x="16459581" y="8714416"/>
                </a:moveTo>
                <a:lnTo>
                  <a:pt x="17373854" y="8714416"/>
                </a:lnTo>
                <a:moveTo>
                  <a:pt x="16459581" y="9506634"/>
                </a:moveTo>
                <a:lnTo>
                  <a:pt x="16459581" y="10298851"/>
                </a:lnTo>
                <a:moveTo>
                  <a:pt x="16459581" y="9506634"/>
                </a:moveTo>
                <a:lnTo>
                  <a:pt x="17373854" y="9506634"/>
                </a:lnTo>
                <a:moveTo>
                  <a:pt x="16459581" y="10298851"/>
                </a:moveTo>
                <a:lnTo>
                  <a:pt x="17373854" y="10298851"/>
                </a:lnTo>
                <a:moveTo>
                  <a:pt x="11888597" y="0"/>
                </a:moveTo>
                <a:lnTo>
                  <a:pt x="11888597" y="792220"/>
                </a:lnTo>
                <a:moveTo>
                  <a:pt x="11888597" y="792220"/>
                </a:moveTo>
                <a:lnTo>
                  <a:pt x="11888597" y="1584435"/>
                </a:lnTo>
                <a:moveTo>
                  <a:pt x="11888597" y="1584435"/>
                </a:moveTo>
                <a:lnTo>
                  <a:pt x="11888597" y="2376653"/>
                </a:lnTo>
                <a:moveTo>
                  <a:pt x="11888597" y="2376653"/>
                </a:moveTo>
                <a:lnTo>
                  <a:pt x="11888597" y="3168882"/>
                </a:lnTo>
                <a:moveTo>
                  <a:pt x="11888597" y="3168882"/>
                </a:moveTo>
                <a:lnTo>
                  <a:pt x="11888597" y="3961099"/>
                </a:lnTo>
                <a:moveTo>
                  <a:pt x="11888597" y="3961099"/>
                </a:moveTo>
                <a:lnTo>
                  <a:pt x="11888597" y="4753317"/>
                </a:lnTo>
                <a:moveTo>
                  <a:pt x="11888597" y="4753317"/>
                </a:moveTo>
                <a:lnTo>
                  <a:pt x="11888597" y="5545535"/>
                </a:lnTo>
                <a:moveTo>
                  <a:pt x="11888597" y="5545535"/>
                </a:moveTo>
                <a:lnTo>
                  <a:pt x="11888597" y="6337752"/>
                </a:lnTo>
                <a:moveTo>
                  <a:pt x="11888597" y="6337752"/>
                </a:moveTo>
                <a:lnTo>
                  <a:pt x="11888597" y="7129970"/>
                </a:lnTo>
                <a:moveTo>
                  <a:pt x="11888597" y="7129970"/>
                </a:moveTo>
                <a:lnTo>
                  <a:pt x="11888597" y="7922187"/>
                </a:lnTo>
                <a:moveTo>
                  <a:pt x="11888597" y="7922187"/>
                </a:moveTo>
                <a:lnTo>
                  <a:pt x="11888597" y="8714416"/>
                </a:lnTo>
                <a:moveTo>
                  <a:pt x="11888597" y="8714416"/>
                </a:moveTo>
                <a:lnTo>
                  <a:pt x="11888597" y="9506634"/>
                </a:lnTo>
                <a:moveTo>
                  <a:pt x="11888597" y="9506634"/>
                </a:moveTo>
                <a:lnTo>
                  <a:pt x="11888597" y="10298851"/>
                </a:lnTo>
                <a:moveTo>
                  <a:pt x="14631163" y="0"/>
                </a:moveTo>
                <a:lnTo>
                  <a:pt x="14631163" y="792220"/>
                </a:lnTo>
                <a:moveTo>
                  <a:pt x="14631163" y="792220"/>
                </a:moveTo>
                <a:lnTo>
                  <a:pt x="14631163" y="1584435"/>
                </a:lnTo>
                <a:moveTo>
                  <a:pt x="14631163" y="1584435"/>
                </a:moveTo>
                <a:lnTo>
                  <a:pt x="14631163" y="2376653"/>
                </a:lnTo>
                <a:moveTo>
                  <a:pt x="14631163" y="2376653"/>
                </a:moveTo>
                <a:lnTo>
                  <a:pt x="14631163" y="3168882"/>
                </a:lnTo>
                <a:moveTo>
                  <a:pt x="14631163" y="3168882"/>
                </a:moveTo>
                <a:lnTo>
                  <a:pt x="14631163" y="3961099"/>
                </a:lnTo>
                <a:moveTo>
                  <a:pt x="14631163" y="3961099"/>
                </a:moveTo>
                <a:lnTo>
                  <a:pt x="14631163" y="4753317"/>
                </a:lnTo>
                <a:moveTo>
                  <a:pt x="14631163" y="4753317"/>
                </a:moveTo>
                <a:lnTo>
                  <a:pt x="14631163" y="5545535"/>
                </a:lnTo>
                <a:moveTo>
                  <a:pt x="14631163" y="5545535"/>
                </a:moveTo>
                <a:lnTo>
                  <a:pt x="14631163" y="6337752"/>
                </a:lnTo>
                <a:moveTo>
                  <a:pt x="14631163" y="6337752"/>
                </a:moveTo>
                <a:lnTo>
                  <a:pt x="14631163" y="7129970"/>
                </a:lnTo>
                <a:moveTo>
                  <a:pt x="14631163" y="7129970"/>
                </a:moveTo>
                <a:lnTo>
                  <a:pt x="14631163" y="7922199"/>
                </a:lnTo>
                <a:moveTo>
                  <a:pt x="14631163" y="7922199"/>
                </a:moveTo>
                <a:lnTo>
                  <a:pt x="14631163" y="8714416"/>
                </a:lnTo>
                <a:moveTo>
                  <a:pt x="14631163" y="8714416"/>
                </a:moveTo>
                <a:lnTo>
                  <a:pt x="14631163" y="9506634"/>
                </a:lnTo>
                <a:moveTo>
                  <a:pt x="14631163" y="9506634"/>
                </a:moveTo>
                <a:lnTo>
                  <a:pt x="14631163" y="10298851"/>
                </a:lnTo>
                <a:moveTo>
                  <a:pt x="17373854" y="0"/>
                </a:moveTo>
                <a:lnTo>
                  <a:pt x="17373854" y="792220"/>
                </a:lnTo>
                <a:moveTo>
                  <a:pt x="17373854" y="0"/>
                </a:moveTo>
                <a:lnTo>
                  <a:pt x="18288000" y="0"/>
                </a:lnTo>
                <a:lnTo>
                  <a:pt x="18288000" y="10298851"/>
                </a:lnTo>
                <a:lnTo>
                  <a:pt x="17373854" y="10298851"/>
                </a:lnTo>
                <a:moveTo>
                  <a:pt x="17373854" y="792220"/>
                </a:moveTo>
                <a:lnTo>
                  <a:pt x="17373854" y="1584435"/>
                </a:lnTo>
                <a:moveTo>
                  <a:pt x="17373854" y="792220"/>
                </a:moveTo>
                <a:lnTo>
                  <a:pt x="18288000" y="792220"/>
                </a:lnTo>
                <a:moveTo>
                  <a:pt x="17373854" y="1584435"/>
                </a:moveTo>
                <a:lnTo>
                  <a:pt x="17373854" y="2376653"/>
                </a:lnTo>
                <a:moveTo>
                  <a:pt x="17373854" y="1584435"/>
                </a:moveTo>
                <a:lnTo>
                  <a:pt x="18288000" y="1584435"/>
                </a:lnTo>
                <a:moveTo>
                  <a:pt x="17373854" y="2376653"/>
                </a:moveTo>
                <a:lnTo>
                  <a:pt x="17373854" y="3168882"/>
                </a:lnTo>
                <a:moveTo>
                  <a:pt x="17373854" y="2376653"/>
                </a:moveTo>
                <a:lnTo>
                  <a:pt x="18288000" y="2376653"/>
                </a:lnTo>
                <a:moveTo>
                  <a:pt x="17373854" y="3168882"/>
                </a:moveTo>
                <a:lnTo>
                  <a:pt x="17373854" y="3961099"/>
                </a:lnTo>
                <a:moveTo>
                  <a:pt x="17373854" y="3168882"/>
                </a:moveTo>
                <a:lnTo>
                  <a:pt x="18288000" y="3168882"/>
                </a:lnTo>
                <a:moveTo>
                  <a:pt x="17373854" y="3961099"/>
                </a:moveTo>
                <a:lnTo>
                  <a:pt x="17373854" y="4753317"/>
                </a:lnTo>
                <a:moveTo>
                  <a:pt x="17373854" y="3961099"/>
                </a:moveTo>
                <a:lnTo>
                  <a:pt x="18288000" y="3961099"/>
                </a:lnTo>
                <a:moveTo>
                  <a:pt x="17373854" y="4753317"/>
                </a:moveTo>
                <a:lnTo>
                  <a:pt x="17373854" y="5545535"/>
                </a:lnTo>
                <a:moveTo>
                  <a:pt x="17373854" y="4753317"/>
                </a:moveTo>
                <a:lnTo>
                  <a:pt x="18288000" y="4753317"/>
                </a:lnTo>
                <a:moveTo>
                  <a:pt x="17373854" y="5545535"/>
                </a:moveTo>
                <a:lnTo>
                  <a:pt x="17373854" y="6337752"/>
                </a:lnTo>
                <a:moveTo>
                  <a:pt x="17373854" y="5545535"/>
                </a:moveTo>
                <a:lnTo>
                  <a:pt x="18288000" y="5545535"/>
                </a:lnTo>
                <a:moveTo>
                  <a:pt x="17373854" y="6337752"/>
                </a:moveTo>
                <a:lnTo>
                  <a:pt x="17373854" y="7129970"/>
                </a:lnTo>
                <a:moveTo>
                  <a:pt x="17373854" y="6337752"/>
                </a:moveTo>
                <a:lnTo>
                  <a:pt x="18288000" y="6337752"/>
                </a:lnTo>
                <a:moveTo>
                  <a:pt x="17373854" y="7129970"/>
                </a:moveTo>
                <a:lnTo>
                  <a:pt x="17373854" y="7922199"/>
                </a:lnTo>
                <a:moveTo>
                  <a:pt x="17373854" y="7129970"/>
                </a:moveTo>
                <a:lnTo>
                  <a:pt x="18288000" y="7129970"/>
                </a:lnTo>
                <a:moveTo>
                  <a:pt x="17373854" y="7922199"/>
                </a:moveTo>
                <a:lnTo>
                  <a:pt x="17373854" y="8714416"/>
                </a:lnTo>
                <a:moveTo>
                  <a:pt x="17373854" y="7922199"/>
                </a:moveTo>
                <a:lnTo>
                  <a:pt x="18288000" y="7922199"/>
                </a:lnTo>
                <a:moveTo>
                  <a:pt x="17373854" y="8714416"/>
                </a:moveTo>
                <a:lnTo>
                  <a:pt x="17373854" y="9506634"/>
                </a:lnTo>
                <a:moveTo>
                  <a:pt x="17373854" y="8714416"/>
                </a:moveTo>
                <a:lnTo>
                  <a:pt x="18288000" y="8714416"/>
                </a:lnTo>
                <a:moveTo>
                  <a:pt x="17373854" y="9506634"/>
                </a:moveTo>
                <a:lnTo>
                  <a:pt x="17373854" y="10298851"/>
                </a:lnTo>
                <a:moveTo>
                  <a:pt x="17373854" y="9506634"/>
                </a:moveTo>
                <a:lnTo>
                  <a:pt x="18288000" y="9506634"/>
                </a:lnTo>
              </a:path>
            </a:pathLst>
          </a:custGeom>
          <a:noFill/>
          <a:ln w="12700" cap="flat">
            <a:gradFill flip="none" rotWithShape="1">
              <a:gsLst>
                <a:gs pos="18000">
                  <a:schemeClr val="bg1">
                    <a:alpha val="0"/>
                  </a:schemeClr>
                </a:gs>
                <a:gs pos="44000">
                  <a:schemeClr val="bg1">
                    <a:alpha val="3000"/>
                  </a:schemeClr>
                </a:gs>
                <a:gs pos="61000">
                  <a:schemeClr val="bg1">
                    <a:alpha val="3000"/>
                  </a:schemeClr>
                </a:gs>
                <a:gs pos="8200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prstDash val="solid"/>
            <a:miter/>
          </a:ln>
        </p:spPr>
        <p:txBody>
          <a:bodyPr rtlCol="0" anchor="ctr"/>
          <a:lstStyle/>
          <a:p>
            <a:endParaRPr lang="en-US" sz="2000">
              <a:solidFill>
                <a:schemeClr val="bg1"/>
              </a:solidFill>
              <a:latin typeface="IBM Plex Sans" panose="020B0503050203000203" pitchFamily="34" charset="0"/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7300" y="547688"/>
            <a:ext cx="15773400" cy="19883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0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bg1">
                    <a:lumMod val="9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>
                <a:solidFill>
                  <a:schemeClr val="bg1">
                    <a:lumMod val="9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gradFill>
                  <a:gsLst>
                    <a:gs pos="0">
                      <a:srgbClr val="9FFFFF"/>
                    </a:gs>
                    <a:gs pos="50000">
                      <a:srgbClr val="D181FF"/>
                    </a:gs>
                    <a:gs pos="100000">
                      <a:srgbClr val="FEC26A"/>
                    </a:gs>
                  </a:gsLst>
                  <a:lin ang="21000000" scaled="0"/>
                </a:gra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548DC41A-E892-4CAF-B53C-4BCD571507F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56463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8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  <p:sldLayoutId id="2147483682" r:id="rId13"/>
    <p:sldLayoutId id="2147483683" r:id="rId14"/>
    <p:sldLayoutId id="2147483684" r:id="rId15"/>
    <p:sldLayoutId id="2147483685" r:id="rId16"/>
    <p:sldLayoutId id="2147483670" r:id="rId17"/>
    <p:sldLayoutId id="2147483671" r:id="rId18"/>
    <p:sldLayoutId id="2147483669" r:id="rId19"/>
    <p:sldLayoutId id="2147483662" r:id="rId20"/>
    <p:sldLayoutId id="2147483663" r:id="rId21"/>
    <p:sldLayoutId id="2147483665" r:id="rId22"/>
    <p:sldLayoutId id="2147483686" r:id="rId23"/>
    <p:sldLayoutId id="2147483687" r:id="rId24"/>
    <p:sldLayoutId id="2147483688" r:id="rId25"/>
    <p:sldLayoutId id="2147483689" r:id="rId26"/>
    <p:sldLayoutId id="2147483690" r:id="rId27"/>
    <p:sldLayoutId id="2147483691" r:id="rId28"/>
    <p:sldLayoutId id="2147483692" r:id="rId29"/>
    <p:sldLayoutId id="2147483693" r:id="rId30"/>
    <p:sldLayoutId id="2147483694" r:id="rId31"/>
    <p:sldLayoutId id="2147483695" r:id="rId32"/>
    <p:sldLayoutId id="2147483696" r:id="rId33"/>
    <p:sldLayoutId id="2147483697" r:id="rId34"/>
    <p:sldLayoutId id="2147483667" r:id="rId35"/>
    <p:sldLayoutId id="2147483666" r:id="rId36"/>
    <p:sldLayoutId id="2147483664" r:id="rId37"/>
  </p:sldLayoutIdLst>
  <p:hf hdr="0" ftr="0" dt="0"/>
  <p:txStyles>
    <p:titleStyle>
      <a:lvl1pPr algn="l" defTabSz="1371600" rtl="0" eaLnBrk="1" latinLnBrk="0" hangingPunct="1">
        <a:lnSpc>
          <a:spcPct val="90000"/>
        </a:lnSpc>
        <a:spcBef>
          <a:spcPct val="0"/>
        </a:spcBef>
        <a:buNone/>
        <a:defRPr sz="6600" kern="1200">
          <a:solidFill>
            <a:schemeClr val="bg1"/>
          </a:solidFill>
          <a:latin typeface="IBM Plex Sans" panose="020B0503050203000203" pitchFamily="34" charset="0"/>
          <a:ea typeface="+mj-ea"/>
          <a:cs typeface="+mj-cs"/>
        </a:defRPr>
      </a:lvl1pPr>
    </p:titleStyle>
    <p:bodyStyle>
      <a:lvl1pPr marL="342900" indent="-342900" algn="l" defTabSz="13716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4200" kern="1200">
          <a:solidFill>
            <a:schemeClr val="bg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1pPr>
      <a:lvl2pPr marL="1028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600" kern="1200">
          <a:solidFill>
            <a:schemeClr val="bg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2pPr>
      <a:lvl3pPr marL="1714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000" kern="1200">
          <a:solidFill>
            <a:schemeClr val="bg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3pPr>
      <a:lvl4pPr marL="2400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bg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4pPr>
      <a:lvl5pPr marL="30861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bg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5pPr>
      <a:lvl6pPr marL="37719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457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5143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829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0.xml"/><Relationship Id="rId5" Type="http://schemas.openxmlformats.org/officeDocument/2006/relationships/image" Target="../media/image7.jp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 descr="A blurry image of a person&#10;&#10;Description automatically generated">
            <a:extLst>
              <a:ext uri="{FF2B5EF4-FFF2-40B4-BE49-F238E27FC236}">
                <a16:creationId xmlns:a16="http://schemas.microsoft.com/office/drawing/2014/main" id="{954FE451-F492-8417-3286-AAF1AD9EFF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000501" y="-4000501"/>
            <a:ext cx="10287000" cy="1828800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D16EDD16-2BFB-09DF-4821-B3CEE4ED03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7109" y="419616"/>
            <a:ext cx="13716705" cy="4203916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92606BA8-68A2-3735-445A-8F4F29CDFD0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3793" y="6594057"/>
            <a:ext cx="3643612" cy="2610991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5F80D258-1F4E-714C-9ADC-83DC7254D98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72234" y="6595198"/>
            <a:ext cx="2609850" cy="2609850"/>
          </a:xfrm>
          <a:prstGeom prst="rect">
            <a:avLst/>
          </a:prstGeom>
        </p:spPr>
      </p:pic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C2EA4A41-33FA-E431-C9BF-21E6DBA88A72}"/>
              </a:ext>
            </a:extLst>
          </p:cNvPr>
          <p:cNvSpPr/>
          <p:nvPr/>
        </p:nvSpPr>
        <p:spPr>
          <a:xfrm>
            <a:off x="2148840" y="7032199"/>
            <a:ext cx="12933244" cy="1685081"/>
          </a:xfrm>
          <a:prstGeom prst="roundRect">
            <a:avLst/>
          </a:prstGeom>
          <a:noFill/>
          <a:ln>
            <a:solidFill>
              <a:srgbClr val="421C5E"/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03BF2481-3A5D-F151-1859-4D2853BD1F8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9475" y="7152257"/>
            <a:ext cx="4562355" cy="1329327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B2544570-6E45-20E4-6015-79CAD7D8A9D8}"/>
              </a:ext>
            </a:extLst>
          </p:cNvPr>
          <p:cNvSpPr txBox="1"/>
          <p:nvPr/>
        </p:nvSpPr>
        <p:spPr>
          <a:xfrm>
            <a:off x="4616325" y="4956695"/>
            <a:ext cx="838339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IN" sz="3200" i="1" dirty="0">
              <a:highlight>
                <a:srgbClr val="DFCAEE"/>
              </a:highlight>
              <a:latin typeface="Calisto MT" panose="02040603050505030304" pitchFamily="18" charset="0"/>
            </a:endParaRP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E6F4A801-AE43-A137-85A6-AF1E5F874709}"/>
              </a:ext>
            </a:extLst>
          </p:cNvPr>
          <p:cNvGrpSpPr/>
          <p:nvPr/>
        </p:nvGrpSpPr>
        <p:grpSpPr>
          <a:xfrm>
            <a:off x="4138130" y="4714453"/>
            <a:ext cx="8954661" cy="972042"/>
            <a:chOff x="3763380" y="6657191"/>
            <a:chExt cx="8954661" cy="972042"/>
          </a:xfrm>
        </p:grpSpPr>
        <p:sp>
          <p:nvSpPr>
            <p:cNvPr id="32" name="Rectangle: Rounded Corners 31">
              <a:extLst>
                <a:ext uri="{FF2B5EF4-FFF2-40B4-BE49-F238E27FC236}">
                  <a16:creationId xmlns:a16="http://schemas.microsoft.com/office/drawing/2014/main" id="{E55DF884-80FB-ACAD-8A52-2BA81A6E87E5}"/>
                </a:ext>
              </a:extLst>
            </p:cNvPr>
            <p:cNvSpPr/>
            <p:nvPr/>
          </p:nvSpPr>
          <p:spPr>
            <a:xfrm>
              <a:off x="3902057" y="6657191"/>
              <a:ext cx="8677308" cy="972042"/>
            </a:xfrm>
            <a:prstGeom prst="roundRect">
              <a:avLst>
                <a:gd name="adj" fmla="val 50000"/>
              </a:avLst>
            </a:prstGeom>
            <a:gradFill>
              <a:gsLst>
                <a:gs pos="100000">
                  <a:srgbClr val="2D1440"/>
                </a:gs>
                <a:gs pos="0">
                  <a:srgbClr val="040206">
                    <a:alpha val="85000"/>
                  </a:srgbClr>
                </a:gs>
              </a:gsLst>
              <a:lin ang="3600000" scaled="0"/>
            </a:gradFill>
            <a:ln w="25400" cap="rnd">
              <a:gradFill>
                <a:gsLst>
                  <a:gs pos="73000">
                    <a:srgbClr val="5D2884"/>
                  </a:gs>
                  <a:gs pos="33000">
                    <a:srgbClr val="210F2F"/>
                  </a:gs>
                  <a:gs pos="4000">
                    <a:srgbClr val="C39BE1"/>
                  </a:gs>
                  <a:gs pos="0">
                    <a:srgbClr val="C39BE1"/>
                  </a:gs>
                  <a:gs pos="86000">
                    <a:srgbClr val="2F1543"/>
                  </a:gs>
                  <a:gs pos="0">
                    <a:srgbClr val="2F1543"/>
                  </a:gs>
                </a:gsLst>
                <a:lin ang="4800000" scaled="0"/>
              </a:gradFill>
              <a:round/>
            </a:ln>
            <a:effectLst>
              <a:outerShdw blurRad="711200" dist="127000" dir="5400000" sx="97000" sy="97000" algn="t" rotWithShape="0">
                <a:srgbClr val="A339D3">
                  <a:alpha val="35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" dirty="0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7A735666-C2E2-2FF0-76E9-6FFB0A19E831}"/>
                </a:ext>
              </a:extLst>
            </p:cNvPr>
            <p:cNvSpPr txBox="1"/>
            <p:nvPr/>
          </p:nvSpPr>
          <p:spPr>
            <a:xfrm>
              <a:off x="3763380" y="6831130"/>
              <a:ext cx="895466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i="0" dirty="0">
                  <a:gradFill>
                    <a:gsLst>
                      <a:gs pos="0">
                        <a:srgbClr val="9FFFFF"/>
                      </a:gs>
                      <a:gs pos="50000">
                        <a:srgbClr val="D181FF"/>
                      </a:gs>
                      <a:gs pos="100000">
                        <a:srgbClr val="FEC26A"/>
                      </a:gs>
                    </a:gsLst>
                    <a:lin ang="21000000" scaled="0"/>
                  </a:gradFill>
                  <a:effectLst/>
                  <a:latin typeface="Century Gothic" panose="020B0502020202020204" pitchFamily="34" charset="0"/>
                </a:rPr>
                <a:t>Get Ready To Turn Your Ideas Into Reality</a:t>
              </a:r>
              <a:endParaRPr lang="en-US" sz="2800" b="1" dirty="0">
                <a:gradFill>
                  <a:gsLst>
                    <a:gs pos="0">
                      <a:srgbClr val="9FFFFF"/>
                    </a:gs>
                    <a:gs pos="50000">
                      <a:srgbClr val="D181FF"/>
                    </a:gs>
                    <a:gs pos="100000">
                      <a:srgbClr val="FEC26A"/>
                    </a:gs>
                  </a:gsLst>
                  <a:lin ang="21000000" scaled="0"/>
                </a:gradFill>
                <a:latin typeface="Century Gothic" panose="020B0502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181198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0FEE4448-A954-3143-5889-A5332BF782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05D2F86-7A95-D86A-194F-7F41820F32CE}"/>
              </a:ext>
            </a:extLst>
          </p:cNvPr>
          <p:cNvSpPr/>
          <p:nvPr/>
        </p:nvSpPr>
        <p:spPr>
          <a:xfrm>
            <a:off x="2463023" y="7783412"/>
            <a:ext cx="13361949" cy="1678253"/>
          </a:xfrm>
          <a:prstGeom prst="roundRect">
            <a:avLst>
              <a:gd name="adj" fmla="val 50000"/>
            </a:avLst>
          </a:prstGeom>
          <a:gradFill>
            <a:gsLst>
              <a:gs pos="100000">
                <a:srgbClr val="CB98FF"/>
              </a:gs>
              <a:gs pos="0">
                <a:srgbClr val="A056FF"/>
              </a:gs>
            </a:gsLst>
            <a:lin ang="2400000" scaled="0"/>
          </a:gradFill>
          <a:ln w="25400" cap="rnd">
            <a:gradFill>
              <a:gsLst>
                <a:gs pos="0">
                  <a:srgbClr val="C39BE1"/>
                </a:gs>
                <a:gs pos="44000">
                  <a:srgbClr val="D5ABFF"/>
                </a:gs>
                <a:gs pos="0">
                  <a:srgbClr val="C76DFF"/>
                </a:gs>
              </a:gsLst>
              <a:lin ang="3600000" scaled="0"/>
            </a:gradFill>
            <a:round/>
          </a:ln>
          <a:effectLst>
            <a:outerShdw blurRad="508000" dist="444500" dir="5400000" sx="70000" sy="70000" algn="t" rotWithShape="0">
              <a:srgbClr val="D181FF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D223079-6975-96C6-1385-FB969054FC68}"/>
              </a:ext>
            </a:extLst>
          </p:cNvPr>
          <p:cNvSpPr txBox="1"/>
          <p:nvPr/>
        </p:nvSpPr>
        <p:spPr>
          <a:xfrm>
            <a:off x="2908908" y="7184666"/>
            <a:ext cx="221679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gradFill>
                  <a:gsLst>
                    <a:gs pos="0">
                      <a:srgbClr val="9FFFFF"/>
                    </a:gs>
                    <a:gs pos="50000">
                      <a:srgbClr val="D181FF"/>
                    </a:gs>
                    <a:gs pos="100000">
                      <a:srgbClr val="FEC26A"/>
                    </a:gs>
                  </a:gsLst>
                  <a:lin ang="21000000" scaled="0"/>
                </a:gradFill>
                <a:latin typeface="Century Gothic" panose="020B0502020202020204" pitchFamily="34" charset="0"/>
              </a:rPr>
              <a:t>Partner :</a:t>
            </a:r>
            <a:endParaRPr lang="en-US" sz="3200" b="1" dirty="0">
              <a:gradFill>
                <a:gsLst>
                  <a:gs pos="0">
                    <a:srgbClr val="9FFFFF"/>
                  </a:gs>
                  <a:gs pos="50000">
                    <a:srgbClr val="D181FF"/>
                  </a:gs>
                  <a:gs pos="100000">
                    <a:srgbClr val="FEC26A"/>
                  </a:gs>
                </a:gsLst>
                <a:lin ang="21000000" scaled="0"/>
              </a:gradFill>
              <a:latin typeface="Century Gothic" panose="020B0502020202020204" pitchFamily="34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1C8909F-8759-D564-4896-5BB6183902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1064" y="7996129"/>
            <a:ext cx="3665866" cy="125281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B8F0CD4-7BCC-1FA0-145E-06F5D412BE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0342" y="7511510"/>
            <a:ext cx="3233136" cy="231684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1A17263-BBA9-183E-DA2C-CC48319B71A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63258" y="7466948"/>
            <a:ext cx="2315834" cy="2315834"/>
          </a:xfrm>
          <a:prstGeom prst="rect">
            <a:avLst/>
          </a:prstGeom>
        </p:spPr>
      </p:pic>
      <p:sp>
        <p:nvSpPr>
          <p:cNvPr id="2" name="Graphic 5">
            <a:extLst>
              <a:ext uri="{FF2B5EF4-FFF2-40B4-BE49-F238E27FC236}">
                <a16:creationId xmlns:a16="http://schemas.microsoft.com/office/drawing/2014/main" id="{B5766FB4-8876-A37A-755C-87335DA19CE0}"/>
              </a:ext>
            </a:extLst>
          </p:cNvPr>
          <p:cNvSpPr/>
          <p:nvPr/>
        </p:nvSpPr>
        <p:spPr>
          <a:xfrm>
            <a:off x="528989" y="1664461"/>
            <a:ext cx="17230021" cy="5062012"/>
          </a:xfrm>
          <a:prstGeom prst="roundRect">
            <a:avLst>
              <a:gd name="adj" fmla="val 14698"/>
            </a:avLst>
          </a:prstGeom>
          <a:gradFill>
            <a:gsLst>
              <a:gs pos="100000">
                <a:srgbClr val="DFCAEE">
                  <a:alpha val="10000"/>
                </a:srgbClr>
              </a:gs>
              <a:gs pos="0">
                <a:srgbClr val="06030A">
                  <a:alpha val="10000"/>
                </a:srgbClr>
              </a:gs>
            </a:gsLst>
            <a:lin ang="5400000" scaled="0"/>
          </a:gradFill>
          <a:ln w="19050" cap="rnd">
            <a:gradFill>
              <a:gsLst>
                <a:gs pos="0">
                  <a:srgbClr val="9FFFFF"/>
                </a:gs>
                <a:gs pos="33000">
                  <a:srgbClr val="584E62"/>
                </a:gs>
              </a:gsLst>
              <a:lin ang="3000000" scaled="0"/>
            </a:gradFill>
            <a:round/>
          </a:ln>
          <a:effectLst>
            <a:outerShdw blurRad="711200" dist="127000" dir="5400000" sx="97000" sy="97000" algn="t" rotWithShape="0">
              <a:srgbClr val="9FFFFF">
                <a:alpha val="3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8046FD3-BC00-2417-DF85-7E1BA51C98D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6822" y="514241"/>
            <a:ext cx="10154353" cy="5802487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26974210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23EBA8-1149-0D9F-4708-56CC1989BB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8DED5839-9ABB-26D7-3D9D-077B1A767AAC}"/>
              </a:ext>
            </a:extLst>
          </p:cNvPr>
          <p:cNvGrpSpPr/>
          <p:nvPr/>
        </p:nvGrpSpPr>
        <p:grpSpPr>
          <a:xfrm>
            <a:off x="448691" y="1248444"/>
            <a:ext cx="5247835" cy="1107995"/>
            <a:chOff x="9296004" y="2868963"/>
            <a:chExt cx="5978303" cy="1107995"/>
          </a:xfrm>
        </p:grpSpPr>
        <p:sp>
          <p:nvSpPr>
            <p:cNvPr id="15" name="object 4">
              <a:extLst>
                <a:ext uri="{FF2B5EF4-FFF2-40B4-BE49-F238E27FC236}">
                  <a16:creationId xmlns:a16="http://schemas.microsoft.com/office/drawing/2014/main" id="{6BE3F5CE-DE62-A105-8004-1B3D87B0B24A}"/>
                </a:ext>
              </a:extLst>
            </p:cNvPr>
            <p:cNvSpPr/>
            <p:nvPr/>
          </p:nvSpPr>
          <p:spPr>
            <a:xfrm>
              <a:off x="9296004" y="2868963"/>
              <a:ext cx="5978303" cy="1107995"/>
            </a:xfrm>
            <a:custGeom>
              <a:avLst/>
              <a:gdLst/>
              <a:ahLst/>
              <a:cxnLst/>
              <a:rect l="l" t="t" r="r" b="b"/>
              <a:pathLst>
                <a:path w="8220709" h="623570">
                  <a:moveTo>
                    <a:pt x="0" y="0"/>
                  </a:moveTo>
                  <a:lnTo>
                    <a:pt x="8220101" y="0"/>
                  </a:lnTo>
                  <a:lnTo>
                    <a:pt x="8220101" y="623306"/>
                  </a:lnTo>
                  <a:lnTo>
                    <a:pt x="0" y="62330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B1129"/>
            </a:solidFill>
            <a:ln w="10470">
              <a:solidFill>
                <a:srgbClr val="D181FF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D63C3200-06C4-B2D7-CA10-ABAE54E81979}"/>
                </a:ext>
              </a:extLst>
            </p:cNvPr>
            <p:cNvSpPr txBox="1"/>
            <p:nvPr/>
          </p:nvSpPr>
          <p:spPr>
            <a:xfrm>
              <a:off x="9296004" y="3058859"/>
              <a:ext cx="5762927" cy="7078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4000" b="1" i="0" dirty="0">
                  <a:gradFill>
                    <a:gsLst>
                      <a:gs pos="0">
                        <a:srgbClr val="9FFFFF"/>
                      </a:gs>
                      <a:gs pos="50000">
                        <a:srgbClr val="D181FF"/>
                      </a:gs>
                      <a:gs pos="100000">
                        <a:srgbClr val="FEC26A"/>
                      </a:gs>
                    </a:gsLst>
                    <a:lin ang="21000000" scaled="0"/>
                  </a:gradFill>
                  <a:effectLst/>
                  <a:latin typeface="Gotham" panose="02000604040000020004" pitchFamily="2" charset="0"/>
                </a:rPr>
                <a:t>Student Name:</a:t>
              </a:r>
              <a:endParaRPr lang="en-IN" sz="4000" dirty="0">
                <a:solidFill>
                  <a:schemeClr val="bg1"/>
                </a:solidFill>
                <a:latin typeface="Gotham" panose="02000604040000020004"/>
              </a:endParaRPr>
            </a:p>
          </p:txBody>
        </p:sp>
      </p:grpSp>
      <p:sp>
        <p:nvSpPr>
          <p:cNvPr id="2" name="object 4">
            <a:extLst>
              <a:ext uri="{FF2B5EF4-FFF2-40B4-BE49-F238E27FC236}">
                <a16:creationId xmlns:a16="http://schemas.microsoft.com/office/drawing/2014/main" id="{5E6FB63D-2182-9200-1874-316113A9D6E3}"/>
              </a:ext>
            </a:extLst>
          </p:cNvPr>
          <p:cNvSpPr/>
          <p:nvPr/>
        </p:nvSpPr>
        <p:spPr>
          <a:xfrm>
            <a:off x="448691" y="2803478"/>
            <a:ext cx="5247835" cy="1107995"/>
          </a:xfrm>
          <a:custGeom>
            <a:avLst/>
            <a:gdLst/>
            <a:ahLst/>
            <a:cxnLst/>
            <a:rect l="l" t="t" r="r" b="b"/>
            <a:pathLst>
              <a:path w="8220709" h="623570">
                <a:moveTo>
                  <a:pt x="0" y="0"/>
                </a:moveTo>
                <a:lnTo>
                  <a:pt x="8220101" y="0"/>
                </a:lnTo>
                <a:lnTo>
                  <a:pt x="8220101" y="623306"/>
                </a:lnTo>
                <a:lnTo>
                  <a:pt x="0" y="623306"/>
                </a:lnTo>
                <a:lnTo>
                  <a:pt x="0" y="0"/>
                </a:lnTo>
                <a:close/>
              </a:path>
            </a:pathLst>
          </a:custGeom>
          <a:solidFill>
            <a:srgbClr val="1B1129"/>
          </a:solidFill>
          <a:ln w="10470">
            <a:solidFill>
              <a:srgbClr val="D181FF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2015A9-A732-1033-D46C-A3082768CA65}"/>
              </a:ext>
            </a:extLst>
          </p:cNvPr>
          <p:cNvSpPr txBox="1"/>
          <p:nvPr/>
        </p:nvSpPr>
        <p:spPr>
          <a:xfrm>
            <a:off x="448691" y="2993374"/>
            <a:ext cx="505877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i="0" dirty="0">
                <a:gradFill>
                  <a:gsLst>
                    <a:gs pos="0">
                      <a:srgbClr val="9FFFFF"/>
                    </a:gs>
                    <a:gs pos="50000">
                      <a:srgbClr val="D181FF"/>
                    </a:gs>
                    <a:gs pos="100000">
                      <a:srgbClr val="FEC26A"/>
                    </a:gs>
                  </a:gsLst>
                  <a:lin ang="21000000" scaled="0"/>
                </a:gradFill>
                <a:effectLst/>
                <a:latin typeface="Gotham" panose="02000604040000020004" pitchFamily="2" charset="0"/>
              </a:rPr>
              <a:t>Project Title:</a:t>
            </a:r>
            <a:endParaRPr lang="en-IN" sz="4000" dirty="0">
              <a:solidFill>
                <a:schemeClr val="bg1"/>
              </a:solidFill>
              <a:latin typeface="Gotham" panose="02000604040000020004"/>
            </a:endParaRPr>
          </a:p>
        </p:txBody>
      </p:sp>
      <p:sp>
        <p:nvSpPr>
          <p:cNvPr id="4" name="object 6">
            <a:extLst>
              <a:ext uri="{FF2B5EF4-FFF2-40B4-BE49-F238E27FC236}">
                <a16:creationId xmlns:a16="http://schemas.microsoft.com/office/drawing/2014/main" id="{041E0305-2332-98C3-6782-F8A83457A31A}"/>
              </a:ext>
            </a:extLst>
          </p:cNvPr>
          <p:cNvSpPr/>
          <p:nvPr/>
        </p:nvSpPr>
        <p:spPr>
          <a:xfrm>
            <a:off x="5507466" y="1447847"/>
            <a:ext cx="11802899" cy="709187"/>
          </a:xfrm>
          <a:custGeom>
            <a:avLst/>
            <a:gdLst/>
            <a:ahLst/>
            <a:cxnLst/>
            <a:rect l="l" t="t" r="r" b="b"/>
            <a:pathLst>
              <a:path w="5754370" h="730250">
                <a:moveTo>
                  <a:pt x="0" y="121695"/>
                </a:moveTo>
                <a:lnTo>
                  <a:pt x="9563" y="74325"/>
                </a:lnTo>
                <a:lnTo>
                  <a:pt x="35643" y="35643"/>
                </a:lnTo>
                <a:lnTo>
                  <a:pt x="74325" y="9563"/>
                </a:lnTo>
                <a:lnTo>
                  <a:pt x="121695" y="0"/>
                </a:lnTo>
                <a:lnTo>
                  <a:pt x="5632376" y="0"/>
                </a:lnTo>
                <a:lnTo>
                  <a:pt x="5679745" y="9563"/>
                </a:lnTo>
                <a:lnTo>
                  <a:pt x="5718427" y="35643"/>
                </a:lnTo>
                <a:lnTo>
                  <a:pt x="5744507" y="74325"/>
                </a:lnTo>
                <a:lnTo>
                  <a:pt x="5754070" y="121695"/>
                </a:lnTo>
                <a:lnTo>
                  <a:pt x="5754070" y="608463"/>
                </a:lnTo>
                <a:lnTo>
                  <a:pt x="5744507" y="655832"/>
                </a:lnTo>
                <a:lnTo>
                  <a:pt x="5718427" y="694515"/>
                </a:lnTo>
                <a:lnTo>
                  <a:pt x="5679745" y="720595"/>
                </a:lnTo>
                <a:lnTo>
                  <a:pt x="5632376" y="730158"/>
                </a:lnTo>
                <a:lnTo>
                  <a:pt x="121695" y="730158"/>
                </a:lnTo>
                <a:lnTo>
                  <a:pt x="74325" y="720595"/>
                </a:lnTo>
                <a:lnTo>
                  <a:pt x="35643" y="694515"/>
                </a:lnTo>
                <a:lnTo>
                  <a:pt x="9563" y="655832"/>
                </a:lnTo>
                <a:lnTo>
                  <a:pt x="0" y="608463"/>
                </a:lnTo>
                <a:lnTo>
                  <a:pt x="0" y="121695"/>
                </a:lnTo>
                <a:close/>
              </a:path>
            </a:pathLst>
          </a:custGeom>
          <a:ln w="1047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r>
              <a:rPr lang="en-US" dirty="0" err="1"/>
              <a:t>c</a:t>
            </a:r>
            <a:r>
              <a:rPr lang="en-US" dirty="0" err="1">
                <a:effectLst/>
              </a:rPr>
              <a:t>Project</a:t>
            </a:r>
            <a:r>
              <a:rPr lang="en-US" dirty="0">
                <a:effectLst/>
              </a:rPr>
              <a:t> Title:</a:t>
            </a:r>
            <a:endParaRPr dirty="0"/>
          </a:p>
        </p:txBody>
      </p:sp>
      <p:sp>
        <p:nvSpPr>
          <p:cNvPr id="5" name="object 6">
            <a:extLst>
              <a:ext uri="{FF2B5EF4-FFF2-40B4-BE49-F238E27FC236}">
                <a16:creationId xmlns:a16="http://schemas.microsoft.com/office/drawing/2014/main" id="{3682953F-3694-3BA5-7A5F-F36AD175ECDC}"/>
              </a:ext>
            </a:extLst>
          </p:cNvPr>
          <p:cNvSpPr/>
          <p:nvPr/>
        </p:nvSpPr>
        <p:spPr>
          <a:xfrm>
            <a:off x="5507466" y="2448247"/>
            <a:ext cx="11802899" cy="709187"/>
          </a:xfrm>
          <a:custGeom>
            <a:avLst/>
            <a:gdLst/>
            <a:ahLst/>
            <a:cxnLst/>
            <a:rect l="l" t="t" r="r" b="b"/>
            <a:pathLst>
              <a:path w="5754370" h="730250">
                <a:moveTo>
                  <a:pt x="0" y="121695"/>
                </a:moveTo>
                <a:lnTo>
                  <a:pt x="9563" y="74325"/>
                </a:lnTo>
                <a:lnTo>
                  <a:pt x="35643" y="35643"/>
                </a:lnTo>
                <a:lnTo>
                  <a:pt x="74325" y="9563"/>
                </a:lnTo>
                <a:lnTo>
                  <a:pt x="121695" y="0"/>
                </a:lnTo>
                <a:lnTo>
                  <a:pt x="5632376" y="0"/>
                </a:lnTo>
                <a:lnTo>
                  <a:pt x="5679745" y="9563"/>
                </a:lnTo>
                <a:lnTo>
                  <a:pt x="5718427" y="35643"/>
                </a:lnTo>
                <a:lnTo>
                  <a:pt x="5744507" y="74325"/>
                </a:lnTo>
                <a:lnTo>
                  <a:pt x="5754070" y="121695"/>
                </a:lnTo>
                <a:lnTo>
                  <a:pt x="5754070" y="608463"/>
                </a:lnTo>
                <a:lnTo>
                  <a:pt x="5744507" y="655832"/>
                </a:lnTo>
                <a:lnTo>
                  <a:pt x="5718427" y="694515"/>
                </a:lnTo>
                <a:lnTo>
                  <a:pt x="5679745" y="720595"/>
                </a:lnTo>
                <a:lnTo>
                  <a:pt x="5632376" y="730158"/>
                </a:lnTo>
                <a:lnTo>
                  <a:pt x="121695" y="730158"/>
                </a:lnTo>
                <a:lnTo>
                  <a:pt x="74325" y="720595"/>
                </a:lnTo>
                <a:lnTo>
                  <a:pt x="35643" y="694515"/>
                </a:lnTo>
                <a:lnTo>
                  <a:pt x="9563" y="655832"/>
                </a:lnTo>
                <a:lnTo>
                  <a:pt x="0" y="608463"/>
                </a:lnTo>
                <a:lnTo>
                  <a:pt x="0" y="121695"/>
                </a:lnTo>
                <a:close/>
              </a:path>
            </a:pathLst>
          </a:custGeom>
          <a:ln w="1047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r>
              <a:rPr lang="en-US" dirty="0" err="1"/>
              <a:t>c</a:t>
            </a:r>
            <a:r>
              <a:rPr lang="en-US" dirty="0" err="1">
                <a:effectLst/>
              </a:rPr>
              <a:t>Project</a:t>
            </a:r>
            <a:r>
              <a:rPr lang="en-US" dirty="0">
                <a:effectLst/>
              </a:rPr>
              <a:t> Title:</a:t>
            </a:r>
            <a:endParaRPr dirty="0"/>
          </a:p>
        </p:txBody>
      </p:sp>
      <p:sp>
        <p:nvSpPr>
          <p:cNvPr id="6" name="object 4">
            <a:extLst>
              <a:ext uri="{FF2B5EF4-FFF2-40B4-BE49-F238E27FC236}">
                <a16:creationId xmlns:a16="http://schemas.microsoft.com/office/drawing/2014/main" id="{C637AC9B-A5AA-6817-0FFD-A3EFC4EDCE19}"/>
              </a:ext>
            </a:extLst>
          </p:cNvPr>
          <p:cNvSpPr/>
          <p:nvPr/>
        </p:nvSpPr>
        <p:spPr>
          <a:xfrm>
            <a:off x="450094" y="4557917"/>
            <a:ext cx="5247835" cy="1107995"/>
          </a:xfrm>
          <a:custGeom>
            <a:avLst/>
            <a:gdLst/>
            <a:ahLst/>
            <a:cxnLst/>
            <a:rect l="l" t="t" r="r" b="b"/>
            <a:pathLst>
              <a:path w="8220709" h="623570">
                <a:moveTo>
                  <a:pt x="0" y="0"/>
                </a:moveTo>
                <a:lnTo>
                  <a:pt x="8220101" y="0"/>
                </a:lnTo>
                <a:lnTo>
                  <a:pt x="8220101" y="623306"/>
                </a:lnTo>
                <a:lnTo>
                  <a:pt x="0" y="623306"/>
                </a:lnTo>
                <a:lnTo>
                  <a:pt x="0" y="0"/>
                </a:lnTo>
                <a:close/>
              </a:path>
            </a:pathLst>
          </a:custGeom>
          <a:solidFill>
            <a:srgbClr val="1B1129"/>
          </a:solidFill>
          <a:ln w="10470">
            <a:solidFill>
              <a:srgbClr val="D181FF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AEA25FD-C627-A57B-B132-8902D570B565}"/>
              </a:ext>
            </a:extLst>
          </p:cNvPr>
          <p:cNvSpPr txBox="1"/>
          <p:nvPr/>
        </p:nvSpPr>
        <p:spPr>
          <a:xfrm>
            <a:off x="637751" y="4747813"/>
            <a:ext cx="505877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gradFill>
                  <a:gsLst>
                    <a:gs pos="0">
                      <a:srgbClr val="9FFFFF"/>
                    </a:gs>
                    <a:gs pos="50000">
                      <a:srgbClr val="D181FF"/>
                    </a:gs>
                    <a:gs pos="100000">
                      <a:srgbClr val="FEC26A"/>
                    </a:gs>
                  </a:gsLst>
                  <a:lin ang="21000000" scaled="0"/>
                </a:gradFill>
                <a:latin typeface="Gotham" panose="02000604040000020004" pitchFamily="2" charset="0"/>
              </a:rPr>
              <a:t>Description:</a:t>
            </a:r>
            <a:endParaRPr lang="en-IN" sz="4000" dirty="0">
              <a:solidFill>
                <a:schemeClr val="bg1"/>
              </a:solidFill>
              <a:latin typeface="Gotham" panose="02000604040000020004"/>
            </a:endParaRPr>
          </a:p>
        </p:txBody>
      </p:sp>
      <p:sp>
        <p:nvSpPr>
          <p:cNvPr id="13" name="object 6">
            <a:extLst>
              <a:ext uri="{FF2B5EF4-FFF2-40B4-BE49-F238E27FC236}">
                <a16:creationId xmlns:a16="http://schemas.microsoft.com/office/drawing/2014/main" id="{6D767348-3BF4-C8D7-64DF-3E65B2DD51DF}"/>
              </a:ext>
            </a:extLst>
          </p:cNvPr>
          <p:cNvSpPr/>
          <p:nvPr/>
        </p:nvSpPr>
        <p:spPr>
          <a:xfrm>
            <a:off x="5696526" y="4757320"/>
            <a:ext cx="11802899" cy="3577212"/>
          </a:xfrm>
          <a:custGeom>
            <a:avLst/>
            <a:gdLst/>
            <a:ahLst/>
            <a:cxnLst/>
            <a:rect l="l" t="t" r="r" b="b"/>
            <a:pathLst>
              <a:path w="5754370" h="730250">
                <a:moveTo>
                  <a:pt x="0" y="121695"/>
                </a:moveTo>
                <a:lnTo>
                  <a:pt x="9563" y="74325"/>
                </a:lnTo>
                <a:lnTo>
                  <a:pt x="35643" y="35643"/>
                </a:lnTo>
                <a:lnTo>
                  <a:pt x="74325" y="9563"/>
                </a:lnTo>
                <a:lnTo>
                  <a:pt x="121695" y="0"/>
                </a:lnTo>
                <a:lnTo>
                  <a:pt x="5632376" y="0"/>
                </a:lnTo>
                <a:lnTo>
                  <a:pt x="5679745" y="9563"/>
                </a:lnTo>
                <a:lnTo>
                  <a:pt x="5718427" y="35643"/>
                </a:lnTo>
                <a:lnTo>
                  <a:pt x="5744507" y="74325"/>
                </a:lnTo>
                <a:lnTo>
                  <a:pt x="5754070" y="121695"/>
                </a:lnTo>
                <a:lnTo>
                  <a:pt x="5754070" y="608463"/>
                </a:lnTo>
                <a:lnTo>
                  <a:pt x="5744507" y="655832"/>
                </a:lnTo>
                <a:lnTo>
                  <a:pt x="5718427" y="694515"/>
                </a:lnTo>
                <a:lnTo>
                  <a:pt x="5679745" y="720595"/>
                </a:lnTo>
                <a:lnTo>
                  <a:pt x="5632376" y="730158"/>
                </a:lnTo>
                <a:lnTo>
                  <a:pt x="121695" y="730158"/>
                </a:lnTo>
                <a:lnTo>
                  <a:pt x="74325" y="720595"/>
                </a:lnTo>
                <a:lnTo>
                  <a:pt x="35643" y="694515"/>
                </a:lnTo>
                <a:lnTo>
                  <a:pt x="9563" y="655832"/>
                </a:lnTo>
                <a:lnTo>
                  <a:pt x="0" y="608463"/>
                </a:lnTo>
                <a:lnTo>
                  <a:pt x="0" y="121695"/>
                </a:lnTo>
                <a:close/>
              </a:path>
            </a:pathLst>
          </a:custGeom>
          <a:ln w="1047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r>
              <a:rPr lang="en-US" dirty="0" err="1"/>
              <a:t>c</a:t>
            </a:r>
            <a:r>
              <a:rPr lang="en-US" dirty="0" err="1">
                <a:effectLst/>
              </a:rPr>
              <a:t>Project</a:t>
            </a:r>
            <a:r>
              <a:rPr lang="en-US" dirty="0">
                <a:effectLst/>
              </a:rPr>
              <a:t> Title:</a:t>
            </a:r>
            <a:endParaRPr dirty="0"/>
          </a:p>
        </p:txBody>
      </p:sp>
      <p:sp>
        <p:nvSpPr>
          <p:cNvPr id="14" name="object 4">
            <a:extLst>
              <a:ext uri="{FF2B5EF4-FFF2-40B4-BE49-F238E27FC236}">
                <a16:creationId xmlns:a16="http://schemas.microsoft.com/office/drawing/2014/main" id="{4D048A03-801D-7542-911B-969A1769EFB3}"/>
              </a:ext>
            </a:extLst>
          </p:cNvPr>
          <p:cNvSpPr/>
          <p:nvPr/>
        </p:nvSpPr>
        <p:spPr>
          <a:xfrm>
            <a:off x="637751" y="8544855"/>
            <a:ext cx="5247835" cy="1107995"/>
          </a:xfrm>
          <a:custGeom>
            <a:avLst/>
            <a:gdLst/>
            <a:ahLst/>
            <a:cxnLst/>
            <a:rect l="l" t="t" r="r" b="b"/>
            <a:pathLst>
              <a:path w="8220709" h="623570">
                <a:moveTo>
                  <a:pt x="0" y="0"/>
                </a:moveTo>
                <a:lnTo>
                  <a:pt x="8220101" y="0"/>
                </a:lnTo>
                <a:lnTo>
                  <a:pt x="8220101" y="623306"/>
                </a:lnTo>
                <a:lnTo>
                  <a:pt x="0" y="623306"/>
                </a:lnTo>
                <a:lnTo>
                  <a:pt x="0" y="0"/>
                </a:lnTo>
                <a:close/>
              </a:path>
            </a:pathLst>
          </a:custGeom>
          <a:solidFill>
            <a:srgbClr val="1B1129"/>
          </a:solidFill>
          <a:ln w="10470">
            <a:solidFill>
              <a:srgbClr val="D181FF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D735848-1D8D-89FF-70FF-026207BDA61C}"/>
              </a:ext>
            </a:extLst>
          </p:cNvPr>
          <p:cNvSpPr txBox="1"/>
          <p:nvPr/>
        </p:nvSpPr>
        <p:spPr>
          <a:xfrm>
            <a:off x="637751" y="8734751"/>
            <a:ext cx="505877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gradFill>
                  <a:gsLst>
                    <a:gs pos="0">
                      <a:srgbClr val="9FFFFF"/>
                    </a:gs>
                    <a:gs pos="50000">
                      <a:srgbClr val="D181FF"/>
                    </a:gs>
                    <a:gs pos="100000">
                      <a:srgbClr val="FEC26A"/>
                    </a:gs>
                  </a:gsLst>
                  <a:lin ang="21000000" scaled="0"/>
                </a:gradFill>
                <a:latin typeface="Gotham" panose="02000604040000020004" pitchFamily="2" charset="0"/>
              </a:rPr>
              <a:t>Project Type:</a:t>
            </a:r>
            <a:endParaRPr lang="en-IN" sz="4000" dirty="0">
              <a:solidFill>
                <a:schemeClr val="bg1"/>
              </a:solidFill>
              <a:latin typeface="Gotham" panose="02000604040000020004"/>
            </a:endParaRPr>
          </a:p>
        </p:txBody>
      </p:sp>
      <p:sp>
        <p:nvSpPr>
          <p:cNvPr id="27" name="object 6">
            <a:extLst>
              <a:ext uri="{FF2B5EF4-FFF2-40B4-BE49-F238E27FC236}">
                <a16:creationId xmlns:a16="http://schemas.microsoft.com/office/drawing/2014/main" id="{92A455C3-756D-2649-7026-589E4CCB3B49}"/>
              </a:ext>
            </a:extLst>
          </p:cNvPr>
          <p:cNvSpPr/>
          <p:nvPr/>
        </p:nvSpPr>
        <p:spPr>
          <a:xfrm>
            <a:off x="5507466" y="8763606"/>
            <a:ext cx="11802899" cy="709187"/>
          </a:xfrm>
          <a:custGeom>
            <a:avLst/>
            <a:gdLst/>
            <a:ahLst/>
            <a:cxnLst/>
            <a:rect l="l" t="t" r="r" b="b"/>
            <a:pathLst>
              <a:path w="5754370" h="730250">
                <a:moveTo>
                  <a:pt x="0" y="121695"/>
                </a:moveTo>
                <a:lnTo>
                  <a:pt x="9563" y="74325"/>
                </a:lnTo>
                <a:lnTo>
                  <a:pt x="35643" y="35643"/>
                </a:lnTo>
                <a:lnTo>
                  <a:pt x="74325" y="9563"/>
                </a:lnTo>
                <a:lnTo>
                  <a:pt x="121695" y="0"/>
                </a:lnTo>
                <a:lnTo>
                  <a:pt x="5632376" y="0"/>
                </a:lnTo>
                <a:lnTo>
                  <a:pt x="5679745" y="9563"/>
                </a:lnTo>
                <a:lnTo>
                  <a:pt x="5718427" y="35643"/>
                </a:lnTo>
                <a:lnTo>
                  <a:pt x="5744507" y="74325"/>
                </a:lnTo>
                <a:lnTo>
                  <a:pt x="5754070" y="121695"/>
                </a:lnTo>
                <a:lnTo>
                  <a:pt x="5754070" y="608463"/>
                </a:lnTo>
                <a:lnTo>
                  <a:pt x="5744507" y="655832"/>
                </a:lnTo>
                <a:lnTo>
                  <a:pt x="5718427" y="694515"/>
                </a:lnTo>
                <a:lnTo>
                  <a:pt x="5679745" y="720595"/>
                </a:lnTo>
                <a:lnTo>
                  <a:pt x="5632376" y="730158"/>
                </a:lnTo>
                <a:lnTo>
                  <a:pt x="121695" y="730158"/>
                </a:lnTo>
                <a:lnTo>
                  <a:pt x="74325" y="720595"/>
                </a:lnTo>
                <a:lnTo>
                  <a:pt x="35643" y="694515"/>
                </a:lnTo>
                <a:lnTo>
                  <a:pt x="9563" y="655832"/>
                </a:lnTo>
                <a:lnTo>
                  <a:pt x="0" y="608463"/>
                </a:lnTo>
                <a:lnTo>
                  <a:pt x="0" y="121695"/>
                </a:lnTo>
                <a:close/>
              </a:path>
            </a:pathLst>
          </a:custGeom>
          <a:ln w="1047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r>
              <a:rPr lang="en-US" dirty="0" err="1"/>
              <a:t>c</a:t>
            </a:r>
            <a:r>
              <a:rPr lang="en-US" dirty="0" err="1">
                <a:effectLst/>
              </a:rPr>
              <a:t>Project</a:t>
            </a:r>
            <a:r>
              <a:rPr lang="en-US" dirty="0">
                <a:effectLst/>
              </a:rPr>
              <a:t> Title: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58985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AB358C7F-84CC-2B13-239F-FB7471B9FE8C}"/>
              </a:ext>
            </a:extLst>
          </p:cNvPr>
          <p:cNvSpPr/>
          <p:nvPr/>
        </p:nvSpPr>
        <p:spPr>
          <a:xfrm>
            <a:off x="663889" y="8020243"/>
            <a:ext cx="638539" cy="416232"/>
          </a:xfrm>
          <a:custGeom>
            <a:avLst/>
            <a:gdLst>
              <a:gd name="connsiteX0" fmla="*/ 0 w 867465"/>
              <a:gd name="connsiteY0" fmla="*/ 471449 h 528023"/>
              <a:gd name="connsiteX1" fmla="*/ 377159 w 867465"/>
              <a:gd name="connsiteY1" fmla="*/ 471449 h 528023"/>
              <a:gd name="connsiteX2" fmla="*/ 377159 w 867465"/>
              <a:gd name="connsiteY2" fmla="*/ 480878 h 528023"/>
              <a:gd name="connsiteX3" fmla="*/ 377159 w 867465"/>
              <a:gd name="connsiteY3" fmla="*/ 482048 h 528023"/>
              <a:gd name="connsiteX4" fmla="*/ 386588 w 867465"/>
              <a:gd name="connsiteY4" fmla="*/ 490307 h 528023"/>
              <a:gd name="connsiteX5" fmla="*/ 480878 w 867465"/>
              <a:gd name="connsiteY5" fmla="*/ 490307 h 528023"/>
              <a:gd name="connsiteX6" fmla="*/ 482048 w 867465"/>
              <a:gd name="connsiteY6" fmla="*/ 490307 h 528023"/>
              <a:gd name="connsiteX7" fmla="*/ 490307 w 867465"/>
              <a:gd name="connsiteY7" fmla="*/ 480878 h 528023"/>
              <a:gd name="connsiteX8" fmla="*/ 490307 w 867465"/>
              <a:gd name="connsiteY8" fmla="*/ 471449 h 528023"/>
              <a:gd name="connsiteX9" fmla="*/ 867465 w 867465"/>
              <a:gd name="connsiteY9" fmla="*/ 471449 h 528023"/>
              <a:gd name="connsiteX10" fmla="*/ 867465 w 867465"/>
              <a:gd name="connsiteY10" fmla="*/ 490307 h 528023"/>
              <a:gd name="connsiteX11" fmla="*/ 829749 w 867465"/>
              <a:gd name="connsiteY11" fmla="*/ 528023 h 528023"/>
              <a:gd name="connsiteX12" fmla="*/ 37716 w 867465"/>
              <a:gd name="connsiteY12" fmla="*/ 528023 h 528023"/>
              <a:gd name="connsiteX13" fmla="*/ 0 w 867465"/>
              <a:gd name="connsiteY13" fmla="*/ 490307 h 528023"/>
              <a:gd name="connsiteX14" fmla="*/ 505393 w 867465"/>
              <a:gd name="connsiteY14" fmla="*/ 226296 h 528023"/>
              <a:gd name="connsiteX15" fmla="*/ 456550 w 867465"/>
              <a:gd name="connsiteY15" fmla="*/ 325488 h 528023"/>
              <a:gd name="connsiteX16" fmla="*/ 544334 w 867465"/>
              <a:gd name="connsiteY16" fmla="*/ 226296 h 528023"/>
              <a:gd name="connsiteX17" fmla="*/ 443162 w 867465"/>
              <a:gd name="connsiteY17" fmla="*/ 226296 h 528023"/>
              <a:gd name="connsiteX18" fmla="*/ 443162 w 867465"/>
              <a:gd name="connsiteY18" fmla="*/ 312194 h 528023"/>
              <a:gd name="connsiteX19" fmla="*/ 486441 w 867465"/>
              <a:gd name="connsiteY19" fmla="*/ 226296 h 528023"/>
              <a:gd name="connsiteX20" fmla="*/ 382439 w 867465"/>
              <a:gd name="connsiteY20" fmla="*/ 226296 h 528023"/>
              <a:gd name="connsiteX21" fmla="*/ 424304 w 867465"/>
              <a:gd name="connsiteY21" fmla="*/ 311156 h 528023"/>
              <a:gd name="connsiteX22" fmla="*/ 424304 w 867465"/>
              <a:gd name="connsiteY22" fmla="*/ 226296 h 528023"/>
              <a:gd name="connsiteX23" fmla="*/ 323131 w 867465"/>
              <a:gd name="connsiteY23" fmla="*/ 226296 h 528023"/>
              <a:gd name="connsiteX24" fmla="*/ 412612 w 867465"/>
              <a:gd name="connsiteY24" fmla="*/ 325866 h 528023"/>
              <a:gd name="connsiteX25" fmla="*/ 363487 w 867465"/>
              <a:gd name="connsiteY25" fmla="*/ 226296 h 528023"/>
              <a:gd name="connsiteX26" fmla="*/ 424304 w 867465"/>
              <a:gd name="connsiteY26" fmla="*/ 122577 h 528023"/>
              <a:gd name="connsiteX27" fmla="*/ 382439 w 867465"/>
              <a:gd name="connsiteY27" fmla="*/ 207438 h 528023"/>
              <a:gd name="connsiteX28" fmla="*/ 424304 w 867465"/>
              <a:gd name="connsiteY28" fmla="*/ 207438 h 528023"/>
              <a:gd name="connsiteX29" fmla="*/ 443162 w 867465"/>
              <a:gd name="connsiteY29" fmla="*/ 121446 h 528023"/>
              <a:gd name="connsiteX30" fmla="*/ 443162 w 867465"/>
              <a:gd name="connsiteY30" fmla="*/ 207438 h 528023"/>
              <a:gd name="connsiteX31" fmla="*/ 486441 w 867465"/>
              <a:gd name="connsiteY31" fmla="*/ 207438 h 528023"/>
              <a:gd name="connsiteX32" fmla="*/ 443162 w 867465"/>
              <a:gd name="connsiteY32" fmla="*/ 121446 h 528023"/>
              <a:gd name="connsiteX33" fmla="*/ 456833 w 867465"/>
              <a:gd name="connsiteY33" fmla="*/ 108339 h 528023"/>
              <a:gd name="connsiteX34" fmla="*/ 505393 w 867465"/>
              <a:gd name="connsiteY34" fmla="*/ 207438 h 528023"/>
              <a:gd name="connsiteX35" fmla="*/ 544334 w 867465"/>
              <a:gd name="connsiteY35" fmla="*/ 207438 h 528023"/>
              <a:gd name="connsiteX36" fmla="*/ 456833 w 867465"/>
              <a:gd name="connsiteY36" fmla="*/ 108339 h 528023"/>
              <a:gd name="connsiteX37" fmla="*/ 412424 w 867465"/>
              <a:gd name="connsiteY37" fmla="*/ 107962 h 528023"/>
              <a:gd name="connsiteX38" fmla="*/ 323131 w 867465"/>
              <a:gd name="connsiteY38" fmla="*/ 207438 h 528023"/>
              <a:gd name="connsiteX39" fmla="*/ 363487 w 867465"/>
              <a:gd name="connsiteY39" fmla="*/ 207438 h 528023"/>
              <a:gd name="connsiteX40" fmla="*/ 412424 w 867465"/>
              <a:gd name="connsiteY40" fmla="*/ 107962 h 528023"/>
              <a:gd name="connsiteX41" fmla="*/ 433733 w 867465"/>
              <a:gd name="connsiteY41" fmla="*/ 84861 h 528023"/>
              <a:gd name="connsiteX42" fmla="*/ 565738 w 867465"/>
              <a:gd name="connsiteY42" fmla="*/ 216867 h 528023"/>
              <a:gd name="connsiteX43" fmla="*/ 433733 w 867465"/>
              <a:gd name="connsiteY43" fmla="*/ 348872 h 528023"/>
              <a:gd name="connsiteX44" fmla="*/ 301727 w 867465"/>
              <a:gd name="connsiteY44" fmla="*/ 216867 h 528023"/>
              <a:gd name="connsiteX45" fmla="*/ 433733 w 867465"/>
              <a:gd name="connsiteY45" fmla="*/ 84861 h 528023"/>
              <a:gd name="connsiteX46" fmla="*/ 169722 w 867465"/>
              <a:gd name="connsiteY46" fmla="*/ 56574 h 528023"/>
              <a:gd name="connsiteX47" fmla="*/ 169722 w 867465"/>
              <a:gd name="connsiteY47" fmla="*/ 377159 h 528023"/>
              <a:gd name="connsiteX48" fmla="*/ 697744 w 867465"/>
              <a:gd name="connsiteY48" fmla="*/ 377159 h 528023"/>
              <a:gd name="connsiteX49" fmla="*/ 697744 w 867465"/>
              <a:gd name="connsiteY49" fmla="*/ 56574 h 528023"/>
              <a:gd name="connsiteX50" fmla="*/ 150864 w 867465"/>
              <a:gd name="connsiteY50" fmla="*/ 0 h 528023"/>
              <a:gd name="connsiteX51" fmla="*/ 716602 w 867465"/>
              <a:gd name="connsiteY51" fmla="*/ 0 h 528023"/>
              <a:gd name="connsiteX52" fmla="*/ 754318 w 867465"/>
              <a:gd name="connsiteY52" fmla="*/ 37716 h 528023"/>
              <a:gd name="connsiteX53" fmla="*/ 754318 w 867465"/>
              <a:gd name="connsiteY53" fmla="*/ 433733 h 528023"/>
              <a:gd name="connsiteX54" fmla="*/ 113148 w 867465"/>
              <a:gd name="connsiteY54" fmla="*/ 433733 h 528023"/>
              <a:gd name="connsiteX55" fmla="*/ 113148 w 867465"/>
              <a:gd name="connsiteY55" fmla="*/ 37716 h 528023"/>
              <a:gd name="connsiteX56" fmla="*/ 150864 w 867465"/>
              <a:gd name="connsiteY56" fmla="*/ 0 h 5280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</a:cxnLst>
            <a:rect l="l" t="t" r="r" b="b"/>
            <a:pathLst>
              <a:path w="867465" h="528023">
                <a:moveTo>
                  <a:pt x="0" y="471449"/>
                </a:moveTo>
                <a:lnTo>
                  <a:pt x="377159" y="471449"/>
                </a:lnTo>
                <a:lnTo>
                  <a:pt x="377159" y="480878"/>
                </a:lnTo>
                <a:cubicBezTo>
                  <a:pt x="377133" y="481267"/>
                  <a:pt x="377133" y="481659"/>
                  <a:pt x="377159" y="482048"/>
                </a:cubicBezTo>
                <a:cubicBezTo>
                  <a:pt x="377483" y="486933"/>
                  <a:pt x="381704" y="490631"/>
                  <a:pt x="386588" y="490307"/>
                </a:cubicBezTo>
                <a:lnTo>
                  <a:pt x="480878" y="490307"/>
                </a:lnTo>
                <a:cubicBezTo>
                  <a:pt x="481267" y="490333"/>
                  <a:pt x="481659" y="490333"/>
                  <a:pt x="482048" y="490307"/>
                </a:cubicBezTo>
                <a:cubicBezTo>
                  <a:pt x="486932" y="489984"/>
                  <a:pt x="490630" y="485763"/>
                  <a:pt x="490307" y="480878"/>
                </a:cubicBezTo>
                <a:lnTo>
                  <a:pt x="490307" y="471449"/>
                </a:lnTo>
                <a:lnTo>
                  <a:pt x="867465" y="471449"/>
                </a:lnTo>
                <a:lnTo>
                  <a:pt x="867465" y="490307"/>
                </a:lnTo>
                <a:cubicBezTo>
                  <a:pt x="867465" y="511137"/>
                  <a:pt x="850579" y="528023"/>
                  <a:pt x="829749" y="528023"/>
                </a:cubicBezTo>
                <a:lnTo>
                  <a:pt x="37716" y="528023"/>
                </a:lnTo>
                <a:cubicBezTo>
                  <a:pt x="16886" y="528023"/>
                  <a:pt x="0" y="511137"/>
                  <a:pt x="0" y="490307"/>
                </a:cubicBezTo>
                <a:close/>
                <a:moveTo>
                  <a:pt x="505393" y="226296"/>
                </a:moveTo>
                <a:cubicBezTo>
                  <a:pt x="500605" y="263874"/>
                  <a:pt x="483417" y="298781"/>
                  <a:pt x="456550" y="325488"/>
                </a:cubicBezTo>
                <a:cubicBezTo>
                  <a:pt x="504516" y="315454"/>
                  <a:pt x="540205" y="275124"/>
                  <a:pt x="544334" y="226296"/>
                </a:cubicBezTo>
                <a:close/>
                <a:moveTo>
                  <a:pt x="443162" y="226296"/>
                </a:moveTo>
                <a:lnTo>
                  <a:pt x="443162" y="312194"/>
                </a:lnTo>
                <a:cubicBezTo>
                  <a:pt x="466353" y="288890"/>
                  <a:pt x="481512" y="258801"/>
                  <a:pt x="486441" y="226296"/>
                </a:cubicBezTo>
                <a:close/>
                <a:moveTo>
                  <a:pt x="382439" y="226296"/>
                </a:moveTo>
                <a:cubicBezTo>
                  <a:pt x="387177" y="258265"/>
                  <a:pt x="401820" y="287942"/>
                  <a:pt x="424304" y="311156"/>
                </a:cubicBezTo>
                <a:lnTo>
                  <a:pt x="424304" y="226296"/>
                </a:lnTo>
                <a:close/>
                <a:moveTo>
                  <a:pt x="323131" y="226296"/>
                </a:moveTo>
                <a:cubicBezTo>
                  <a:pt x="327360" y="275751"/>
                  <a:pt x="363888" y="316397"/>
                  <a:pt x="412612" y="325866"/>
                </a:cubicBezTo>
                <a:cubicBezTo>
                  <a:pt x="385621" y="299062"/>
                  <a:pt x="368335" y="264024"/>
                  <a:pt x="363487" y="226296"/>
                </a:cubicBezTo>
                <a:close/>
                <a:moveTo>
                  <a:pt x="424304" y="122577"/>
                </a:moveTo>
                <a:cubicBezTo>
                  <a:pt x="401777" y="145761"/>
                  <a:pt x="387128" y="175454"/>
                  <a:pt x="382439" y="207438"/>
                </a:cubicBezTo>
                <a:lnTo>
                  <a:pt x="424304" y="207438"/>
                </a:lnTo>
                <a:close/>
                <a:moveTo>
                  <a:pt x="443162" y="121446"/>
                </a:moveTo>
                <a:lnTo>
                  <a:pt x="443162" y="207438"/>
                </a:lnTo>
                <a:lnTo>
                  <a:pt x="486441" y="207438"/>
                </a:lnTo>
                <a:cubicBezTo>
                  <a:pt x="481538" y="174896"/>
                  <a:pt x="466376" y="144771"/>
                  <a:pt x="443162" y="121446"/>
                </a:cubicBezTo>
                <a:close/>
                <a:moveTo>
                  <a:pt x="456833" y="108339"/>
                </a:moveTo>
                <a:cubicBezTo>
                  <a:pt x="483495" y="135120"/>
                  <a:pt x="500566" y="169958"/>
                  <a:pt x="505393" y="207438"/>
                </a:cubicBezTo>
                <a:lnTo>
                  <a:pt x="544334" y="207438"/>
                </a:lnTo>
                <a:cubicBezTo>
                  <a:pt x="540200" y="158729"/>
                  <a:pt x="504656" y="118474"/>
                  <a:pt x="456833" y="108339"/>
                </a:cubicBezTo>
                <a:close/>
                <a:moveTo>
                  <a:pt x="412424" y="107962"/>
                </a:moveTo>
                <a:cubicBezTo>
                  <a:pt x="363771" y="117437"/>
                  <a:pt x="327317" y="158049"/>
                  <a:pt x="323131" y="207438"/>
                </a:cubicBezTo>
                <a:lnTo>
                  <a:pt x="363487" y="207438"/>
                </a:lnTo>
                <a:cubicBezTo>
                  <a:pt x="368331" y="169773"/>
                  <a:pt x="385544" y="134785"/>
                  <a:pt x="412424" y="107962"/>
                </a:cubicBezTo>
                <a:close/>
                <a:moveTo>
                  <a:pt x="433733" y="84861"/>
                </a:moveTo>
                <a:cubicBezTo>
                  <a:pt x="506637" y="84861"/>
                  <a:pt x="565738" y="143962"/>
                  <a:pt x="565738" y="216867"/>
                </a:cubicBezTo>
                <a:cubicBezTo>
                  <a:pt x="565738" y="289771"/>
                  <a:pt x="506637" y="348872"/>
                  <a:pt x="433733" y="348872"/>
                </a:cubicBezTo>
                <a:cubicBezTo>
                  <a:pt x="360828" y="348872"/>
                  <a:pt x="301727" y="289771"/>
                  <a:pt x="301727" y="216867"/>
                </a:cubicBezTo>
                <a:cubicBezTo>
                  <a:pt x="301727" y="143962"/>
                  <a:pt x="360828" y="84861"/>
                  <a:pt x="433733" y="84861"/>
                </a:cubicBezTo>
                <a:close/>
                <a:moveTo>
                  <a:pt x="169722" y="56574"/>
                </a:moveTo>
                <a:lnTo>
                  <a:pt x="169722" y="377159"/>
                </a:lnTo>
                <a:lnTo>
                  <a:pt x="697744" y="377159"/>
                </a:lnTo>
                <a:lnTo>
                  <a:pt x="697744" y="56574"/>
                </a:lnTo>
                <a:close/>
                <a:moveTo>
                  <a:pt x="150864" y="0"/>
                </a:moveTo>
                <a:lnTo>
                  <a:pt x="716602" y="0"/>
                </a:lnTo>
                <a:cubicBezTo>
                  <a:pt x="737432" y="0"/>
                  <a:pt x="754318" y="16886"/>
                  <a:pt x="754318" y="37716"/>
                </a:cubicBezTo>
                <a:lnTo>
                  <a:pt x="754318" y="433733"/>
                </a:lnTo>
                <a:lnTo>
                  <a:pt x="113148" y="433733"/>
                </a:lnTo>
                <a:lnTo>
                  <a:pt x="113148" y="37716"/>
                </a:lnTo>
                <a:cubicBezTo>
                  <a:pt x="113148" y="16886"/>
                  <a:pt x="130034" y="0"/>
                  <a:pt x="150864" y="0"/>
                </a:cubicBezTo>
                <a:close/>
              </a:path>
            </a:pathLst>
          </a:custGeom>
          <a:solidFill>
            <a:srgbClr val="9FFFFF"/>
          </a:solidFill>
          <a:ln w="12700" cap="rnd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1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2D1F5E0-16E6-E43E-A654-0C02DEA587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7787" y="1261603"/>
            <a:ext cx="11218277" cy="7850262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00EEDFB4-3AD9-ADA9-1B07-0BA35154D6D4}"/>
              </a:ext>
            </a:extLst>
          </p:cNvPr>
          <p:cNvSpPr txBox="1"/>
          <p:nvPr/>
        </p:nvSpPr>
        <p:spPr>
          <a:xfrm>
            <a:off x="1302428" y="7873198"/>
            <a:ext cx="766207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solidFill>
                  <a:schemeClr val="bg2"/>
                </a:solidFill>
              </a:rPr>
              <a:t>https://elephant-tank.com</a:t>
            </a:r>
            <a:endParaRPr lang="en-US" sz="3200" dirty="0">
              <a:solidFill>
                <a:schemeClr val="bg2"/>
              </a:solidFill>
              <a:latin typeface="Gotham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EFAF74C-7FE8-04DB-CAFB-4490C7A7A5AE}"/>
              </a:ext>
            </a:extLst>
          </p:cNvPr>
          <p:cNvSpPr txBox="1"/>
          <p:nvPr/>
        </p:nvSpPr>
        <p:spPr>
          <a:xfrm>
            <a:off x="991829" y="6636388"/>
            <a:ext cx="414163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gradFill>
                  <a:gsLst>
                    <a:gs pos="0">
                      <a:srgbClr val="9FFFFF"/>
                    </a:gs>
                    <a:gs pos="50000">
                      <a:srgbClr val="D181FF"/>
                    </a:gs>
                    <a:gs pos="100000">
                      <a:srgbClr val="FEC26A"/>
                    </a:gs>
                  </a:gsLst>
                  <a:lin ang="21000000" scaled="0"/>
                </a:gradFill>
                <a:latin typeface="Century Gothic" panose="020B0502020202020204" pitchFamily="34" charset="0"/>
              </a:rPr>
              <a:t>Website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C9B194D4-9596-4E8E-1A24-0063DFD75DBB}"/>
              </a:ext>
            </a:extLst>
          </p:cNvPr>
          <p:cNvGrpSpPr/>
          <p:nvPr/>
        </p:nvGrpSpPr>
        <p:grpSpPr>
          <a:xfrm>
            <a:off x="826770" y="1094008"/>
            <a:ext cx="9151620" cy="4556315"/>
            <a:chOff x="872490" y="1666998"/>
            <a:chExt cx="9151620" cy="4556315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4C84190B-1534-1DB7-6F75-72583FE2553B}"/>
                </a:ext>
              </a:extLst>
            </p:cNvPr>
            <p:cNvSpPr txBox="1"/>
            <p:nvPr/>
          </p:nvSpPr>
          <p:spPr>
            <a:xfrm>
              <a:off x="991829" y="1666998"/>
              <a:ext cx="6001399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7200" b="1" dirty="0">
                  <a:gradFill>
                    <a:gsLst>
                      <a:gs pos="0">
                        <a:srgbClr val="9FFFFF"/>
                      </a:gs>
                      <a:gs pos="50000">
                        <a:srgbClr val="D181FF"/>
                      </a:gs>
                      <a:gs pos="100000">
                        <a:srgbClr val="FEC26A"/>
                      </a:gs>
                    </a:gsLst>
                    <a:lin ang="21000000" scaled="0"/>
                  </a:gradFill>
                  <a:latin typeface="Century Gothic" panose="020B0502020202020204" pitchFamily="34" charset="0"/>
                </a:rPr>
                <a:t>Contact Us</a:t>
              </a:r>
            </a:p>
          </p:txBody>
        </p:sp>
        <p:grpSp>
          <p:nvGrpSpPr>
            <p:cNvPr id="29" name="Graphic 7" descr="Telephone">
              <a:extLst>
                <a:ext uri="{FF2B5EF4-FFF2-40B4-BE49-F238E27FC236}">
                  <a16:creationId xmlns:a16="http://schemas.microsoft.com/office/drawing/2014/main" id="{367E4617-ECB3-6A2C-F322-9A0FADCBC54E}"/>
                </a:ext>
              </a:extLst>
            </p:cNvPr>
            <p:cNvGrpSpPr/>
            <p:nvPr/>
          </p:nvGrpSpPr>
          <p:grpSpPr>
            <a:xfrm>
              <a:off x="6079001" y="1827271"/>
              <a:ext cx="879781" cy="879781"/>
              <a:chOff x="5638800" y="2971800"/>
              <a:chExt cx="914400" cy="914400"/>
            </a:xfrm>
            <a:solidFill>
              <a:srgbClr val="FEC26A"/>
            </a:solidFill>
          </p:grpSpPr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301F9247-D6B6-4B6C-4EE2-16C73316CF52}"/>
                  </a:ext>
                </a:extLst>
              </p:cNvPr>
              <p:cNvSpPr/>
              <p:nvPr/>
            </p:nvSpPr>
            <p:spPr>
              <a:xfrm>
                <a:off x="5732253" y="3152775"/>
                <a:ext cx="727493" cy="239857"/>
              </a:xfrm>
              <a:custGeom>
                <a:avLst/>
                <a:gdLst>
                  <a:gd name="connsiteX0" fmla="*/ 708552 w 727493"/>
                  <a:gd name="connsiteY0" fmla="*/ 94298 h 239857"/>
                  <a:gd name="connsiteX1" fmla="*/ 363747 w 727493"/>
                  <a:gd name="connsiteY1" fmla="*/ 0 h 239857"/>
                  <a:gd name="connsiteX2" fmla="*/ 18942 w 727493"/>
                  <a:gd name="connsiteY2" fmla="*/ 94298 h 239857"/>
                  <a:gd name="connsiteX3" fmla="*/ 6559 w 727493"/>
                  <a:gd name="connsiteY3" fmla="*/ 148590 h 239857"/>
                  <a:gd name="connsiteX4" fmla="*/ 57042 w 727493"/>
                  <a:gd name="connsiteY4" fmla="*/ 222885 h 239857"/>
                  <a:gd name="connsiteX5" fmla="*/ 115144 w 727493"/>
                  <a:gd name="connsiteY5" fmla="*/ 228600 h 239857"/>
                  <a:gd name="connsiteX6" fmla="*/ 161817 w 727493"/>
                  <a:gd name="connsiteY6" fmla="*/ 181927 h 239857"/>
                  <a:gd name="connsiteX7" fmla="*/ 173247 w 727493"/>
                  <a:gd name="connsiteY7" fmla="*/ 155258 h 239857"/>
                  <a:gd name="connsiteX8" fmla="*/ 173247 w 727493"/>
                  <a:gd name="connsiteY8" fmla="*/ 106680 h 239857"/>
                  <a:gd name="connsiteX9" fmla="*/ 363747 w 727493"/>
                  <a:gd name="connsiteY9" fmla="*/ 75248 h 239857"/>
                  <a:gd name="connsiteX10" fmla="*/ 554247 w 727493"/>
                  <a:gd name="connsiteY10" fmla="*/ 106680 h 239857"/>
                  <a:gd name="connsiteX11" fmla="*/ 554247 w 727493"/>
                  <a:gd name="connsiteY11" fmla="*/ 155258 h 239857"/>
                  <a:gd name="connsiteX12" fmla="*/ 565677 w 727493"/>
                  <a:gd name="connsiteY12" fmla="*/ 181927 h 239857"/>
                  <a:gd name="connsiteX13" fmla="*/ 612349 w 727493"/>
                  <a:gd name="connsiteY13" fmla="*/ 228600 h 239857"/>
                  <a:gd name="connsiteX14" fmla="*/ 670452 w 727493"/>
                  <a:gd name="connsiteY14" fmla="*/ 222885 h 239857"/>
                  <a:gd name="connsiteX15" fmla="*/ 720934 w 727493"/>
                  <a:gd name="connsiteY15" fmla="*/ 148590 h 239857"/>
                  <a:gd name="connsiteX16" fmla="*/ 708552 w 727493"/>
                  <a:gd name="connsiteY16" fmla="*/ 94298 h 2398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727493" h="239857">
                    <a:moveTo>
                      <a:pt x="708552" y="94298"/>
                    </a:moveTo>
                    <a:cubicBezTo>
                      <a:pt x="607587" y="34290"/>
                      <a:pt x="489477" y="0"/>
                      <a:pt x="363747" y="0"/>
                    </a:cubicBezTo>
                    <a:cubicBezTo>
                      <a:pt x="238017" y="0"/>
                      <a:pt x="119907" y="34290"/>
                      <a:pt x="18942" y="94298"/>
                    </a:cubicBezTo>
                    <a:cubicBezTo>
                      <a:pt x="-108" y="105728"/>
                      <a:pt x="-5823" y="130493"/>
                      <a:pt x="6559" y="148590"/>
                    </a:cubicBezTo>
                    <a:lnTo>
                      <a:pt x="57042" y="222885"/>
                    </a:lnTo>
                    <a:cubicBezTo>
                      <a:pt x="70377" y="242888"/>
                      <a:pt x="98952" y="245745"/>
                      <a:pt x="115144" y="228600"/>
                    </a:cubicBezTo>
                    <a:lnTo>
                      <a:pt x="161817" y="181927"/>
                    </a:lnTo>
                    <a:cubicBezTo>
                      <a:pt x="169437" y="174308"/>
                      <a:pt x="173247" y="164783"/>
                      <a:pt x="173247" y="155258"/>
                    </a:cubicBezTo>
                    <a:lnTo>
                      <a:pt x="173247" y="106680"/>
                    </a:lnTo>
                    <a:cubicBezTo>
                      <a:pt x="233254" y="86678"/>
                      <a:pt x="297072" y="75248"/>
                      <a:pt x="363747" y="75248"/>
                    </a:cubicBezTo>
                    <a:cubicBezTo>
                      <a:pt x="430422" y="75248"/>
                      <a:pt x="494239" y="86678"/>
                      <a:pt x="554247" y="106680"/>
                    </a:cubicBezTo>
                    <a:lnTo>
                      <a:pt x="554247" y="155258"/>
                    </a:lnTo>
                    <a:cubicBezTo>
                      <a:pt x="554247" y="165735"/>
                      <a:pt x="558057" y="175260"/>
                      <a:pt x="565677" y="181927"/>
                    </a:cubicBezTo>
                    <a:lnTo>
                      <a:pt x="612349" y="228600"/>
                    </a:lnTo>
                    <a:cubicBezTo>
                      <a:pt x="629494" y="245745"/>
                      <a:pt x="657117" y="242888"/>
                      <a:pt x="670452" y="222885"/>
                    </a:cubicBezTo>
                    <a:lnTo>
                      <a:pt x="720934" y="148590"/>
                    </a:lnTo>
                    <a:cubicBezTo>
                      <a:pt x="733317" y="130493"/>
                      <a:pt x="727602" y="105728"/>
                      <a:pt x="708552" y="94298"/>
                    </a:cubicBezTo>
                    <a:close/>
                  </a:path>
                </a:pathLst>
              </a:custGeom>
              <a:grpFill/>
              <a:ln w="12700" cap="rnd">
                <a:noFill/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D" sz="100"/>
              </a:p>
            </p:txBody>
          </p:sp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46A98701-3E3D-1204-38B8-81AC0DC5C64B}"/>
                  </a:ext>
                </a:extLst>
              </p:cNvPr>
              <p:cNvSpPr/>
              <p:nvPr/>
            </p:nvSpPr>
            <p:spPr>
              <a:xfrm>
                <a:off x="5810250" y="3276600"/>
                <a:ext cx="571500" cy="419100"/>
              </a:xfrm>
              <a:custGeom>
                <a:avLst/>
                <a:gdLst>
                  <a:gd name="connsiteX0" fmla="*/ 381000 w 571500"/>
                  <a:gd name="connsiteY0" fmla="*/ 190500 h 419100"/>
                  <a:gd name="connsiteX1" fmla="*/ 342900 w 571500"/>
                  <a:gd name="connsiteY1" fmla="*/ 190500 h 419100"/>
                  <a:gd name="connsiteX2" fmla="*/ 342900 w 571500"/>
                  <a:gd name="connsiteY2" fmla="*/ 152400 h 419100"/>
                  <a:gd name="connsiteX3" fmla="*/ 381000 w 571500"/>
                  <a:gd name="connsiteY3" fmla="*/ 152400 h 419100"/>
                  <a:gd name="connsiteX4" fmla="*/ 381000 w 571500"/>
                  <a:gd name="connsiteY4" fmla="*/ 190500 h 419100"/>
                  <a:gd name="connsiteX5" fmla="*/ 381000 w 571500"/>
                  <a:gd name="connsiteY5" fmla="*/ 266700 h 419100"/>
                  <a:gd name="connsiteX6" fmla="*/ 342900 w 571500"/>
                  <a:gd name="connsiteY6" fmla="*/ 266700 h 419100"/>
                  <a:gd name="connsiteX7" fmla="*/ 342900 w 571500"/>
                  <a:gd name="connsiteY7" fmla="*/ 228600 h 419100"/>
                  <a:gd name="connsiteX8" fmla="*/ 381000 w 571500"/>
                  <a:gd name="connsiteY8" fmla="*/ 228600 h 419100"/>
                  <a:gd name="connsiteX9" fmla="*/ 381000 w 571500"/>
                  <a:gd name="connsiteY9" fmla="*/ 266700 h 419100"/>
                  <a:gd name="connsiteX10" fmla="*/ 381000 w 571500"/>
                  <a:gd name="connsiteY10" fmla="*/ 342900 h 419100"/>
                  <a:gd name="connsiteX11" fmla="*/ 342900 w 571500"/>
                  <a:gd name="connsiteY11" fmla="*/ 342900 h 419100"/>
                  <a:gd name="connsiteX12" fmla="*/ 342900 w 571500"/>
                  <a:gd name="connsiteY12" fmla="*/ 304800 h 419100"/>
                  <a:gd name="connsiteX13" fmla="*/ 381000 w 571500"/>
                  <a:gd name="connsiteY13" fmla="*/ 304800 h 419100"/>
                  <a:gd name="connsiteX14" fmla="*/ 381000 w 571500"/>
                  <a:gd name="connsiteY14" fmla="*/ 342900 h 419100"/>
                  <a:gd name="connsiteX15" fmla="*/ 304800 w 571500"/>
                  <a:gd name="connsiteY15" fmla="*/ 190500 h 419100"/>
                  <a:gd name="connsiteX16" fmla="*/ 266700 w 571500"/>
                  <a:gd name="connsiteY16" fmla="*/ 190500 h 419100"/>
                  <a:gd name="connsiteX17" fmla="*/ 266700 w 571500"/>
                  <a:gd name="connsiteY17" fmla="*/ 152400 h 419100"/>
                  <a:gd name="connsiteX18" fmla="*/ 304800 w 571500"/>
                  <a:gd name="connsiteY18" fmla="*/ 152400 h 419100"/>
                  <a:gd name="connsiteX19" fmla="*/ 304800 w 571500"/>
                  <a:gd name="connsiteY19" fmla="*/ 190500 h 419100"/>
                  <a:gd name="connsiteX20" fmla="*/ 304800 w 571500"/>
                  <a:gd name="connsiteY20" fmla="*/ 266700 h 419100"/>
                  <a:gd name="connsiteX21" fmla="*/ 266700 w 571500"/>
                  <a:gd name="connsiteY21" fmla="*/ 266700 h 419100"/>
                  <a:gd name="connsiteX22" fmla="*/ 266700 w 571500"/>
                  <a:gd name="connsiteY22" fmla="*/ 228600 h 419100"/>
                  <a:gd name="connsiteX23" fmla="*/ 304800 w 571500"/>
                  <a:gd name="connsiteY23" fmla="*/ 228600 h 419100"/>
                  <a:gd name="connsiteX24" fmla="*/ 304800 w 571500"/>
                  <a:gd name="connsiteY24" fmla="*/ 266700 h 419100"/>
                  <a:gd name="connsiteX25" fmla="*/ 304800 w 571500"/>
                  <a:gd name="connsiteY25" fmla="*/ 342900 h 419100"/>
                  <a:gd name="connsiteX26" fmla="*/ 266700 w 571500"/>
                  <a:gd name="connsiteY26" fmla="*/ 342900 h 419100"/>
                  <a:gd name="connsiteX27" fmla="*/ 266700 w 571500"/>
                  <a:gd name="connsiteY27" fmla="*/ 304800 h 419100"/>
                  <a:gd name="connsiteX28" fmla="*/ 304800 w 571500"/>
                  <a:gd name="connsiteY28" fmla="*/ 304800 h 419100"/>
                  <a:gd name="connsiteX29" fmla="*/ 304800 w 571500"/>
                  <a:gd name="connsiteY29" fmla="*/ 342900 h 419100"/>
                  <a:gd name="connsiteX30" fmla="*/ 228600 w 571500"/>
                  <a:gd name="connsiteY30" fmla="*/ 190500 h 419100"/>
                  <a:gd name="connsiteX31" fmla="*/ 190500 w 571500"/>
                  <a:gd name="connsiteY31" fmla="*/ 190500 h 419100"/>
                  <a:gd name="connsiteX32" fmla="*/ 190500 w 571500"/>
                  <a:gd name="connsiteY32" fmla="*/ 152400 h 419100"/>
                  <a:gd name="connsiteX33" fmla="*/ 228600 w 571500"/>
                  <a:gd name="connsiteY33" fmla="*/ 152400 h 419100"/>
                  <a:gd name="connsiteX34" fmla="*/ 228600 w 571500"/>
                  <a:gd name="connsiteY34" fmla="*/ 190500 h 419100"/>
                  <a:gd name="connsiteX35" fmla="*/ 228600 w 571500"/>
                  <a:gd name="connsiteY35" fmla="*/ 266700 h 419100"/>
                  <a:gd name="connsiteX36" fmla="*/ 190500 w 571500"/>
                  <a:gd name="connsiteY36" fmla="*/ 266700 h 419100"/>
                  <a:gd name="connsiteX37" fmla="*/ 190500 w 571500"/>
                  <a:gd name="connsiteY37" fmla="*/ 228600 h 419100"/>
                  <a:gd name="connsiteX38" fmla="*/ 228600 w 571500"/>
                  <a:gd name="connsiteY38" fmla="*/ 228600 h 419100"/>
                  <a:gd name="connsiteX39" fmla="*/ 228600 w 571500"/>
                  <a:gd name="connsiteY39" fmla="*/ 266700 h 419100"/>
                  <a:gd name="connsiteX40" fmla="*/ 228600 w 571500"/>
                  <a:gd name="connsiteY40" fmla="*/ 342900 h 419100"/>
                  <a:gd name="connsiteX41" fmla="*/ 190500 w 571500"/>
                  <a:gd name="connsiteY41" fmla="*/ 342900 h 419100"/>
                  <a:gd name="connsiteX42" fmla="*/ 190500 w 571500"/>
                  <a:gd name="connsiteY42" fmla="*/ 304800 h 419100"/>
                  <a:gd name="connsiteX43" fmla="*/ 228600 w 571500"/>
                  <a:gd name="connsiteY43" fmla="*/ 304800 h 419100"/>
                  <a:gd name="connsiteX44" fmla="*/ 228600 w 571500"/>
                  <a:gd name="connsiteY44" fmla="*/ 342900 h 419100"/>
                  <a:gd name="connsiteX45" fmla="*/ 438150 w 571500"/>
                  <a:gd name="connsiteY45" fmla="*/ 85725 h 419100"/>
                  <a:gd name="connsiteX46" fmla="*/ 438150 w 571500"/>
                  <a:gd name="connsiteY46" fmla="*/ 28575 h 419100"/>
                  <a:gd name="connsiteX47" fmla="*/ 409575 w 571500"/>
                  <a:gd name="connsiteY47" fmla="*/ 0 h 419100"/>
                  <a:gd name="connsiteX48" fmla="*/ 381000 w 571500"/>
                  <a:gd name="connsiteY48" fmla="*/ 28575 h 419100"/>
                  <a:gd name="connsiteX49" fmla="*/ 381000 w 571500"/>
                  <a:gd name="connsiteY49" fmla="*/ 76200 h 419100"/>
                  <a:gd name="connsiteX50" fmla="*/ 190500 w 571500"/>
                  <a:gd name="connsiteY50" fmla="*/ 76200 h 419100"/>
                  <a:gd name="connsiteX51" fmla="*/ 190500 w 571500"/>
                  <a:gd name="connsiteY51" fmla="*/ 28575 h 419100"/>
                  <a:gd name="connsiteX52" fmla="*/ 161925 w 571500"/>
                  <a:gd name="connsiteY52" fmla="*/ 0 h 419100"/>
                  <a:gd name="connsiteX53" fmla="*/ 133350 w 571500"/>
                  <a:gd name="connsiteY53" fmla="*/ 28575 h 419100"/>
                  <a:gd name="connsiteX54" fmla="*/ 133350 w 571500"/>
                  <a:gd name="connsiteY54" fmla="*/ 85725 h 419100"/>
                  <a:gd name="connsiteX55" fmla="*/ 21907 w 571500"/>
                  <a:gd name="connsiteY55" fmla="*/ 197168 h 419100"/>
                  <a:gd name="connsiteX56" fmla="*/ 0 w 571500"/>
                  <a:gd name="connsiteY56" fmla="*/ 251460 h 419100"/>
                  <a:gd name="connsiteX57" fmla="*/ 0 w 571500"/>
                  <a:gd name="connsiteY57" fmla="*/ 419100 h 419100"/>
                  <a:gd name="connsiteX58" fmla="*/ 571500 w 571500"/>
                  <a:gd name="connsiteY58" fmla="*/ 419100 h 419100"/>
                  <a:gd name="connsiteX59" fmla="*/ 571500 w 571500"/>
                  <a:gd name="connsiteY59" fmla="*/ 250508 h 419100"/>
                  <a:gd name="connsiteX60" fmla="*/ 549593 w 571500"/>
                  <a:gd name="connsiteY60" fmla="*/ 196215 h 419100"/>
                  <a:gd name="connsiteX61" fmla="*/ 438150 w 571500"/>
                  <a:gd name="connsiteY61" fmla="*/ 85725 h 419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</a:cxnLst>
                <a:rect l="l" t="t" r="r" b="b"/>
                <a:pathLst>
                  <a:path w="571500" h="419100">
                    <a:moveTo>
                      <a:pt x="381000" y="190500"/>
                    </a:moveTo>
                    <a:lnTo>
                      <a:pt x="342900" y="190500"/>
                    </a:lnTo>
                    <a:lnTo>
                      <a:pt x="342900" y="152400"/>
                    </a:lnTo>
                    <a:lnTo>
                      <a:pt x="381000" y="152400"/>
                    </a:lnTo>
                    <a:lnTo>
                      <a:pt x="381000" y="190500"/>
                    </a:lnTo>
                    <a:close/>
                    <a:moveTo>
                      <a:pt x="381000" y="266700"/>
                    </a:moveTo>
                    <a:lnTo>
                      <a:pt x="342900" y="266700"/>
                    </a:lnTo>
                    <a:lnTo>
                      <a:pt x="342900" y="228600"/>
                    </a:lnTo>
                    <a:lnTo>
                      <a:pt x="381000" y="228600"/>
                    </a:lnTo>
                    <a:lnTo>
                      <a:pt x="381000" y="266700"/>
                    </a:lnTo>
                    <a:close/>
                    <a:moveTo>
                      <a:pt x="381000" y="342900"/>
                    </a:moveTo>
                    <a:lnTo>
                      <a:pt x="342900" y="342900"/>
                    </a:lnTo>
                    <a:lnTo>
                      <a:pt x="342900" y="304800"/>
                    </a:lnTo>
                    <a:lnTo>
                      <a:pt x="381000" y="304800"/>
                    </a:lnTo>
                    <a:lnTo>
                      <a:pt x="381000" y="342900"/>
                    </a:lnTo>
                    <a:close/>
                    <a:moveTo>
                      <a:pt x="304800" y="190500"/>
                    </a:moveTo>
                    <a:lnTo>
                      <a:pt x="266700" y="190500"/>
                    </a:lnTo>
                    <a:lnTo>
                      <a:pt x="266700" y="152400"/>
                    </a:lnTo>
                    <a:lnTo>
                      <a:pt x="304800" y="152400"/>
                    </a:lnTo>
                    <a:lnTo>
                      <a:pt x="304800" y="190500"/>
                    </a:lnTo>
                    <a:close/>
                    <a:moveTo>
                      <a:pt x="304800" y="266700"/>
                    </a:moveTo>
                    <a:lnTo>
                      <a:pt x="266700" y="266700"/>
                    </a:lnTo>
                    <a:lnTo>
                      <a:pt x="266700" y="228600"/>
                    </a:lnTo>
                    <a:lnTo>
                      <a:pt x="304800" y="228600"/>
                    </a:lnTo>
                    <a:lnTo>
                      <a:pt x="304800" y="266700"/>
                    </a:lnTo>
                    <a:close/>
                    <a:moveTo>
                      <a:pt x="304800" y="342900"/>
                    </a:moveTo>
                    <a:lnTo>
                      <a:pt x="266700" y="342900"/>
                    </a:lnTo>
                    <a:lnTo>
                      <a:pt x="266700" y="304800"/>
                    </a:lnTo>
                    <a:lnTo>
                      <a:pt x="304800" y="304800"/>
                    </a:lnTo>
                    <a:lnTo>
                      <a:pt x="304800" y="342900"/>
                    </a:lnTo>
                    <a:close/>
                    <a:moveTo>
                      <a:pt x="228600" y="190500"/>
                    </a:moveTo>
                    <a:lnTo>
                      <a:pt x="190500" y="190500"/>
                    </a:lnTo>
                    <a:lnTo>
                      <a:pt x="190500" y="152400"/>
                    </a:lnTo>
                    <a:lnTo>
                      <a:pt x="228600" y="152400"/>
                    </a:lnTo>
                    <a:lnTo>
                      <a:pt x="228600" y="190500"/>
                    </a:lnTo>
                    <a:close/>
                    <a:moveTo>
                      <a:pt x="228600" y="266700"/>
                    </a:moveTo>
                    <a:lnTo>
                      <a:pt x="190500" y="266700"/>
                    </a:lnTo>
                    <a:lnTo>
                      <a:pt x="190500" y="228600"/>
                    </a:lnTo>
                    <a:lnTo>
                      <a:pt x="228600" y="228600"/>
                    </a:lnTo>
                    <a:lnTo>
                      <a:pt x="228600" y="266700"/>
                    </a:lnTo>
                    <a:close/>
                    <a:moveTo>
                      <a:pt x="228600" y="342900"/>
                    </a:moveTo>
                    <a:lnTo>
                      <a:pt x="190500" y="342900"/>
                    </a:lnTo>
                    <a:lnTo>
                      <a:pt x="190500" y="304800"/>
                    </a:lnTo>
                    <a:lnTo>
                      <a:pt x="228600" y="304800"/>
                    </a:lnTo>
                    <a:lnTo>
                      <a:pt x="228600" y="342900"/>
                    </a:lnTo>
                    <a:close/>
                    <a:moveTo>
                      <a:pt x="438150" y="85725"/>
                    </a:moveTo>
                    <a:lnTo>
                      <a:pt x="438150" y="28575"/>
                    </a:lnTo>
                    <a:cubicBezTo>
                      <a:pt x="438150" y="12382"/>
                      <a:pt x="425768" y="0"/>
                      <a:pt x="409575" y="0"/>
                    </a:cubicBezTo>
                    <a:cubicBezTo>
                      <a:pt x="393383" y="0"/>
                      <a:pt x="381000" y="12382"/>
                      <a:pt x="381000" y="28575"/>
                    </a:cubicBezTo>
                    <a:lnTo>
                      <a:pt x="381000" y="76200"/>
                    </a:lnTo>
                    <a:lnTo>
                      <a:pt x="190500" y="76200"/>
                    </a:lnTo>
                    <a:lnTo>
                      <a:pt x="190500" y="28575"/>
                    </a:lnTo>
                    <a:cubicBezTo>
                      <a:pt x="190500" y="12382"/>
                      <a:pt x="178118" y="0"/>
                      <a:pt x="161925" y="0"/>
                    </a:cubicBezTo>
                    <a:cubicBezTo>
                      <a:pt x="145733" y="0"/>
                      <a:pt x="133350" y="12382"/>
                      <a:pt x="133350" y="28575"/>
                    </a:cubicBezTo>
                    <a:lnTo>
                      <a:pt x="133350" y="85725"/>
                    </a:lnTo>
                    <a:lnTo>
                      <a:pt x="21907" y="197168"/>
                    </a:lnTo>
                    <a:cubicBezTo>
                      <a:pt x="7620" y="211455"/>
                      <a:pt x="0" y="230505"/>
                      <a:pt x="0" y="251460"/>
                    </a:cubicBezTo>
                    <a:lnTo>
                      <a:pt x="0" y="419100"/>
                    </a:lnTo>
                    <a:lnTo>
                      <a:pt x="571500" y="419100"/>
                    </a:lnTo>
                    <a:lnTo>
                      <a:pt x="571500" y="250508"/>
                    </a:lnTo>
                    <a:cubicBezTo>
                      <a:pt x="571500" y="230505"/>
                      <a:pt x="563880" y="210502"/>
                      <a:pt x="549593" y="196215"/>
                    </a:cubicBezTo>
                    <a:lnTo>
                      <a:pt x="438150" y="85725"/>
                    </a:lnTo>
                    <a:close/>
                  </a:path>
                </a:pathLst>
              </a:custGeom>
              <a:grpFill/>
              <a:ln w="12700" cap="rnd">
                <a:noFill/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D" sz="100"/>
              </a:p>
            </p:txBody>
          </p:sp>
        </p:grpSp>
        <p:sp>
          <p:nvSpPr>
            <p:cNvPr id="16" name="object 34">
              <a:extLst>
                <a:ext uri="{FF2B5EF4-FFF2-40B4-BE49-F238E27FC236}">
                  <a16:creationId xmlns:a16="http://schemas.microsoft.com/office/drawing/2014/main" id="{77294870-CD1B-5992-6CAF-E9358EAD0D4E}"/>
                </a:ext>
              </a:extLst>
            </p:cNvPr>
            <p:cNvSpPr txBox="1"/>
            <p:nvPr/>
          </p:nvSpPr>
          <p:spPr>
            <a:xfrm>
              <a:off x="1013606" y="3050852"/>
              <a:ext cx="5155309" cy="1363194"/>
            </a:xfrm>
            <a:prstGeom prst="rect">
              <a:avLst/>
            </a:prstGeom>
          </p:spPr>
          <p:txBody>
            <a:bodyPr vert="horz" wrap="square" lIns="0" tIns="16891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330"/>
                </a:spcBef>
              </a:pPr>
              <a:r>
                <a:rPr sz="2000" spc="80" dirty="0">
                  <a:solidFill>
                    <a:schemeClr val="bg1"/>
                  </a:solidFill>
                  <a:latin typeface="Cambria"/>
                  <a:cs typeface="Cambria"/>
                </a:rPr>
                <a:t>Prof.</a:t>
              </a:r>
              <a:r>
                <a:rPr sz="2000" spc="-25" dirty="0">
                  <a:solidFill>
                    <a:schemeClr val="bg1"/>
                  </a:solidFill>
                  <a:latin typeface="Cambria"/>
                  <a:cs typeface="Cambria"/>
                </a:rPr>
                <a:t> </a:t>
              </a:r>
              <a:r>
                <a:rPr sz="2000" spc="60" dirty="0">
                  <a:solidFill>
                    <a:schemeClr val="bg1"/>
                  </a:solidFill>
                  <a:latin typeface="Cambria"/>
                  <a:cs typeface="Cambria"/>
                </a:rPr>
                <a:t>Kalpesh</a:t>
              </a:r>
              <a:r>
                <a:rPr sz="2000" spc="20" dirty="0">
                  <a:solidFill>
                    <a:schemeClr val="bg1"/>
                  </a:solidFill>
                  <a:latin typeface="Cambria"/>
                  <a:cs typeface="Cambria"/>
                </a:rPr>
                <a:t> </a:t>
              </a:r>
              <a:r>
                <a:rPr sz="2000" spc="60" dirty="0">
                  <a:solidFill>
                    <a:schemeClr val="bg1"/>
                  </a:solidFill>
                  <a:latin typeface="Cambria"/>
                  <a:cs typeface="Cambria"/>
                </a:rPr>
                <a:t>Kuwar</a:t>
              </a:r>
              <a:endParaRPr sz="2000" dirty="0">
                <a:solidFill>
                  <a:schemeClr val="bg1"/>
                </a:solidFill>
                <a:latin typeface="Cambria"/>
                <a:cs typeface="Cambria"/>
              </a:endParaRPr>
            </a:p>
            <a:p>
              <a:pPr marL="19050">
                <a:lnSpc>
                  <a:spcPct val="100000"/>
                </a:lnSpc>
                <a:spcBef>
                  <a:spcPts val="1135"/>
                </a:spcBef>
              </a:pPr>
              <a:r>
                <a:rPr sz="2000" spc="-20" dirty="0">
                  <a:solidFill>
                    <a:schemeClr val="bg1"/>
                  </a:solidFill>
                  <a:latin typeface="Cambria"/>
                  <a:cs typeface="Cambria"/>
                </a:rPr>
                <a:t>+91</a:t>
              </a:r>
              <a:r>
                <a:rPr sz="2000" spc="95" dirty="0">
                  <a:solidFill>
                    <a:schemeClr val="bg1"/>
                  </a:solidFill>
                  <a:latin typeface="Cambria"/>
                  <a:cs typeface="Cambria"/>
                </a:rPr>
                <a:t> </a:t>
              </a:r>
              <a:r>
                <a:rPr sz="2000" dirty="0">
                  <a:solidFill>
                    <a:schemeClr val="bg1"/>
                  </a:solidFill>
                  <a:latin typeface="Cambria"/>
                  <a:cs typeface="Cambria"/>
                </a:rPr>
                <a:t>95956</a:t>
              </a:r>
              <a:r>
                <a:rPr sz="2000" spc="114" dirty="0">
                  <a:solidFill>
                    <a:schemeClr val="bg1"/>
                  </a:solidFill>
                  <a:latin typeface="Cambria"/>
                  <a:cs typeface="Cambria"/>
                </a:rPr>
                <a:t> </a:t>
              </a:r>
              <a:r>
                <a:rPr sz="2000" dirty="0">
                  <a:solidFill>
                    <a:schemeClr val="bg1"/>
                  </a:solidFill>
                  <a:latin typeface="Cambria"/>
                  <a:cs typeface="Cambria"/>
                </a:rPr>
                <a:t>56405</a:t>
              </a:r>
              <a:r>
                <a:rPr sz="2000" spc="85" dirty="0">
                  <a:solidFill>
                    <a:schemeClr val="bg1"/>
                  </a:solidFill>
                  <a:latin typeface="Cambria"/>
                  <a:cs typeface="Cambria"/>
                </a:rPr>
                <a:t> </a:t>
              </a:r>
              <a:r>
                <a:rPr sz="2000" dirty="0">
                  <a:solidFill>
                    <a:schemeClr val="bg1"/>
                  </a:solidFill>
                  <a:latin typeface="Cambria"/>
                  <a:cs typeface="Cambria"/>
                </a:rPr>
                <a:t>/</a:t>
              </a:r>
              <a:r>
                <a:rPr sz="2000" spc="15" dirty="0">
                  <a:solidFill>
                    <a:schemeClr val="bg1"/>
                  </a:solidFill>
                  <a:latin typeface="Cambria"/>
                  <a:cs typeface="Cambria"/>
                </a:rPr>
                <a:t> </a:t>
              </a:r>
              <a:r>
                <a:rPr sz="2000" dirty="0">
                  <a:solidFill>
                    <a:schemeClr val="bg1"/>
                  </a:solidFill>
                  <a:latin typeface="Cambria"/>
                  <a:cs typeface="Cambria"/>
                </a:rPr>
                <a:t>8999</a:t>
              </a:r>
              <a:r>
                <a:rPr sz="2000" spc="125" dirty="0">
                  <a:solidFill>
                    <a:schemeClr val="bg1"/>
                  </a:solidFill>
                  <a:latin typeface="Cambria"/>
                  <a:cs typeface="Cambria"/>
                </a:rPr>
                <a:t> </a:t>
              </a:r>
              <a:r>
                <a:rPr sz="2000" spc="-10" dirty="0">
                  <a:solidFill>
                    <a:schemeClr val="bg1"/>
                  </a:solidFill>
                  <a:latin typeface="Cambria"/>
                  <a:cs typeface="Cambria"/>
                </a:rPr>
                <a:t>607931</a:t>
              </a:r>
              <a:endParaRPr sz="2000" dirty="0">
                <a:solidFill>
                  <a:schemeClr val="bg1"/>
                </a:solidFill>
                <a:latin typeface="Cambria"/>
                <a:cs typeface="Cambria"/>
              </a:endParaRPr>
            </a:p>
            <a:p>
              <a:pPr marL="12700">
                <a:lnSpc>
                  <a:spcPct val="100000"/>
                </a:lnSpc>
                <a:spcBef>
                  <a:spcPts val="1015"/>
                </a:spcBef>
              </a:pPr>
              <a:endParaRPr lang="en-IN" sz="2000" dirty="0">
                <a:solidFill>
                  <a:schemeClr val="bg1"/>
                </a:solidFill>
                <a:latin typeface="Cambria"/>
                <a:cs typeface="Cambria"/>
              </a:endParaRPr>
            </a:p>
          </p:txBody>
        </p:sp>
        <p:sp>
          <p:nvSpPr>
            <p:cNvPr id="19" name="object 35">
              <a:extLst>
                <a:ext uri="{FF2B5EF4-FFF2-40B4-BE49-F238E27FC236}">
                  <a16:creationId xmlns:a16="http://schemas.microsoft.com/office/drawing/2014/main" id="{1095C835-2449-EF1D-371D-D571D76C0F7C}"/>
                </a:ext>
              </a:extLst>
            </p:cNvPr>
            <p:cNvSpPr txBox="1"/>
            <p:nvPr/>
          </p:nvSpPr>
          <p:spPr>
            <a:xfrm>
              <a:off x="1013606" y="5296136"/>
              <a:ext cx="2739281" cy="927177"/>
            </a:xfrm>
            <a:prstGeom prst="rect">
              <a:avLst/>
            </a:prstGeom>
          </p:spPr>
          <p:txBody>
            <a:bodyPr vert="horz" wrap="square" lIns="0" tIns="16891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330"/>
                </a:spcBef>
              </a:pPr>
              <a:r>
                <a:rPr lang="en-US" sz="2000" dirty="0">
                  <a:solidFill>
                    <a:schemeClr val="bg1"/>
                  </a:solidFill>
                  <a:latin typeface="Cambria"/>
                  <a:cs typeface="Cambria"/>
                </a:rPr>
                <a:t>Mr.</a:t>
              </a:r>
              <a:r>
                <a:rPr lang="en-US" sz="2000" spc="409" dirty="0">
                  <a:solidFill>
                    <a:schemeClr val="bg1"/>
                  </a:solidFill>
                  <a:latin typeface="Cambria"/>
                  <a:cs typeface="Cambria"/>
                </a:rPr>
                <a:t> </a:t>
              </a:r>
              <a:r>
                <a:rPr lang="en-US" sz="2000" spc="50" dirty="0">
                  <a:solidFill>
                    <a:schemeClr val="bg1"/>
                  </a:solidFill>
                  <a:latin typeface="Cambria"/>
                  <a:cs typeface="Cambria"/>
                </a:rPr>
                <a:t>Ashish</a:t>
              </a:r>
              <a:r>
                <a:rPr lang="en-US" sz="2000" spc="5" dirty="0">
                  <a:solidFill>
                    <a:schemeClr val="bg1"/>
                  </a:solidFill>
                  <a:latin typeface="Cambria"/>
                  <a:cs typeface="Cambria"/>
                </a:rPr>
                <a:t> </a:t>
              </a:r>
              <a:r>
                <a:rPr lang="en-US" sz="2000" spc="50" dirty="0">
                  <a:solidFill>
                    <a:schemeClr val="bg1"/>
                  </a:solidFill>
                  <a:latin typeface="Cambria"/>
                  <a:cs typeface="Cambria"/>
                </a:rPr>
                <a:t>Raut</a:t>
              </a:r>
              <a:endParaRPr lang="en-US" sz="2000" dirty="0">
                <a:solidFill>
                  <a:schemeClr val="bg1"/>
                </a:solidFill>
                <a:latin typeface="Cambria"/>
                <a:cs typeface="Cambria"/>
              </a:endParaRPr>
            </a:p>
            <a:p>
              <a:pPr marL="19050">
                <a:lnSpc>
                  <a:spcPct val="100000"/>
                </a:lnSpc>
                <a:spcBef>
                  <a:spcPts val="1135"/>
                </a:spcBef>
              </a:pPr>
              <a:r>
                <a:rPr lang="en-US" sz="2000" spc="-20" dirty="0">
                  <a:solidFill>
                    <a:schemeClr val="bg1"/>
                  </a:solidFill>
                  <a:latin typeface="Cambria"/>
                  <a:cs typeface="Cambria"/>
                </a:rPr>
                <a:t>+91</a:t>
              </a:r>
              <a:r>
                <a:rPr lang="en-US" sz="2000" spc="-30" dirty="0">
                  <a:solidFill>
                    <a:schemeClr val="bg1"/>
                  </a:solidFill>
                  <a:latin typeface="Cambria"/>
                  <a:cs typeface="Cambria"/>
                </a:rPr>
                <a:t> </a:t>
              </a:r>
              <a:r>
                <a:rPr lang="en-US" sz="2000" dirty="0">
                  <a:solidFill>
                    <a:schemeClr val="bg1"/>
                  </a:solidFill>
                  <a:latin typeface="Cambria"/>
                  <a:cs typeface="Cambria"/>
                </a:rPr>
                <a:t>93259</a:t>
              </a:r>
              <a:r>
                <a:rPr lang="en-US" sz="2000" spc="-15" dirty="0">
                  <a:solidFill>
                    <a:schemeClr val="bg1"/>
                  </a:solidFill>
                  <a:latin typeface="Cambria"/>
                  <a:cs typeface="Cambria"/>
                </a:rPr>
                <a:t> </a:t>
              </a:r>
              <a:r>
                <a:rPr lang="en-US" sz="2000" spc="-10" dirty="0">
                  <a:solidFill>
                    <a:schemeClr val="bg1"/>
                  </a:solidFill>
                  <a:latin typeface="Cambria"/>
                  <a:cs typeface="Cambria"/>
                </a:rPr>
                <a:t>33549</a:t>
              </a:r>
              <a:endParaRPr lang="en-US" sz="2000" dirty="0">
                <a:solidFill>
                  <a:schemeClr val="bg1"/>
                </a:solidFill>
                <a:latin typeface="Cambria"/>
                <a:cs typeface="Cambria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23080683-6A34-F4AB-FE87-171AA096E94A}"/>
                </a:ext>
              </a:extLst>
            </p:cNvPr>
            <p:cNvSpPr txBox="1"/>
            <p:nvPr/>
          </p:nvSpPr>
          <p:spPr>
            <a:xfrm>
              <a:off x="872490" y="4302274"/>
              <a:ext cx="9151620" cy="84895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15"/>
                </a:spcBef>
              </a:pPr>
              <a:r>
                <a:rPr lang="pl-PL" sz="2000" dirty="0">
                  <a:solidFill>
                    <a:schemeClr val="bg1"/>
                  </a:solidFill>
                  <a:latin typeface="Cambria"/>
                  <a:cs typeface="Cambria"/>
                </a:rPr>
                <a:t>Dr.</a:t>
              </a:r>
              <a:r>
                <a:rPr lang="pl-PL" sz="2000" spc="434" dirty="0">
                  <a:solidFill>
                    <a:schemeClr val="bg1"/>
                  </a:solidFill>
                  <a:latin typeface="Cambria"/>
                  <a:cs typeface="Cambria"/>
                </a:rPr>
                <a:t> </a:t>
              </a:r>
              <a:r>
                <a:rPr lang="pl-PL" sz="2000" spc="90" dirty="0">
                  <a:solidFill>
                    <a:schemeClr val="bg1"/>
                  </a:solidFill>
                  <a:latin typeface="Cambria"/>
                  <a:cs typeface="Cambria"/>
                </a:rPr>
                <a:t>Rashmi</a:t>
              </a:r>
              <a:r>
                <a:rPr lang="pl-PL" sz="2000" spc="5" dirty="0">
                  <a:solidFill>
                    <a:schemeClr val="bg1"/>
                  </a:solidFill>
                  <a:latin typeface="Cambria"/>
                  <a:cs typeface="Cambria"/>
                </a:rPr>
                <a:t> </a:t>
              </a:r>
              <a:r>
                <a:rPr lang="pl-PL" sz="2000" spc="65" dirty="0">
                  <a:solidFill>
                    <a:schemeClr val="bg1"/>
                  </a:solidFill>
                  <a:latin typeface="Cambria"/>
                  <a:cs typeface="Cambria"/>
                </a:rPr>
                <a:t>Prasad</a:t>
              </a:r>
              <a:endParaRPr lang="pl-PL" sz="2000" dirty="0">
                <a:solidFill>
                  <a:schemeClr val="bg1"/>
                </a:solidFill>
                <a:latin typeface="Cambria"/>
                <a:cs typeface="Cambria"/>
              </a:endParaRPr>
            </a:p>
            <a:p>
              <a:pPr marL="19050">
                <a:lnSpc>
                  <a:spcPct val="100000"/>
                </a:lnSpc>
                <a:spcBef>
                  <a:spcPts val="1120"/>
                </a:spcBef>
              </a:pPr>
              <a:r>
                <a:rPr lang="pl-PL" sz="2000" spc="-20" dirty="0">
                  <a:solidFill>
                    <a:schemeClr val="bg1"/>
                  </a:solidFill>
                  <a:latin typeface="Cambria"/>
                  <a:cs typeface="Cambria"/>
                </a:rPr>
                <a:t>+91</a:t>
              </a:r>
              <a:r>
                <a:rPr lang="pl-PL" sz="2000" spc="10" dirty="0">
                  <a:solidFill>
                    <a:schemeClr val="bg1"/>
                  </a:solidFill>
                  <a:latin typeface="Cambria"/>
                  <a:cs typeface="Cambria"/>
                </a:rPr>
                <a:t> </a:t>
              </a:r>
              <a:r>
                <a:rPr lang="pl-PL" sz="2000" dirty="0">
                  <a:solidFill>
                    <a:schemeClr val="bg1"/>
                  </a:solidFill>
                  <a:latin typeface="Cambria"/>
                  <a:cs typeface="Cambria"/>
                </a:rPr>
                <a:t>94223</a:t>
              </a:r>
              <a:r>
                <a:rPr lang="pl-PL" sz="2000" spc="-60" dirty="0">
                  <a:solidFill>
                    <a:schemeClr val="bg1"/>
                  </a:solidFill>
                  <a:latin typeface="Cambria"/>
                  <a:cs typeface="Cambria"/>
                </a:rPr>
                <a:t> </a:t>
              </a:r>
              <a:r>
                <a:rPr lang="pl-PL" sz="2000" spc="-10" dirty="0">
                  <a:solidFill>
                    <a:schemeClr val="bg1"/>
                  </a:solidFill>
                  <a:latin typeface="Cambria"/>
                  <a:cs typeface="Cambria"/>
                </a:rPr>
                <a:t>53344</a:t>
              </a:r>
              <a:endParaRPr lang="pl-PL" sz="2000" dirty="0">
                <a:solidFill>
                  <a:schemeClr val="bg1"/>
                </a:solidFill>
                <a:latin typeface="Cambria"/>
                <a:cs typeface="Cambri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020460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13851</TotalTime>
  <Words>312</Words>
  <Application>Microsoft Office PowerPoint</Application>
  <PresentationFormat>Custom</PresentationFormat>
  <Paragraphs>43</Paragraphs>
  <Slides>4</Slides>
  <Notes>0</Notes>
  <HiddenSlides>1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Monsgraph.std</dc:creator>
  <cp:lastModifiedBy>Pournima Thopte</cp:lastModifiedBy>
  <cp:revision>202</cp:revision>
  <dcterms:created xsi:type="dcterms:W3CDTF">2023-10-03T22:30:51Z</dcterms:created>
  <dcterms:modified xsi:type="dcterms:W3CDTF">2025-01-14T10:28:30Z</dcterms:modified>
</cp:coreProperties>
</file>